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13.xml" ContentType="application/vnd.openxmlformats-officedocument.theme+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8.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1.xml.rels" ContentType="application/vnd.openxmlformats-package.relationships+xml"/>
  <Override PartName="/ppt/slides/slide1.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Masters/_rels/slideMaster1.xml.rels" ContentType="application/vnd.openxmlformats-package.relationships+xml"/>
  <Override PartName="/ppt/slideMasters/slideMaster1.xml" ContentType="application/vnd.openxmlformats-officedocument.presentationml.slideMaster+xml"/>
  <Override PartName="/ppt/slideLayouts/_rels/slideLayout9.xml.rels" ContentType="application/vnd.openxmlformats-package.relationships+xml"/>
  <Override PartName="/ppt/slideLayouts/_rels/slideLayout7.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4.xml.rels" ContentType="application/vnd.openxmlformats-package.relationships+xml"/>
  <Override PartName="/ppt/slideLayouts/_rels/slideLayout2.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4.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media/image1.jpeg" ContentType="image/jpeg"/>
  <Override PartName="/ppt/media/image5.png" ContentType="image/png"/>
  <Override PartName="/ppt/media/image2.png" ContentType="image/png"/>
  <Override PartName="/ppt/media/image3.png" ContentType="image/png"/>
  <Override PartName="/ppt/media/image4.png" ContentType="image/png"/>
  <Override PartName="/ppt/media/image6.png" ContentType="image/png"/>
  <Override PartName="/ppt/notesSlides/_rels/notesSlide1.xml.rels" ContentType="application/vnd.openxmlformats-package.relationships+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69"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70"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71" name="PlaceHolder 4"/>
          <p:cNvSpPr>
            <a:spLocks noGrp="1"/>
          </p:cNvSpPr>
          <p:nvPr>
            <p:ph type="dt" idx="37"/>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72" name="PlaceHolder 5"/>
          <p:cNvSpPr>
            <a:spLocks noGrp="1"/>
          </p:cNvSpPr>
          <p:nvPr>
            <p:ph type="ftr" idx="38"/>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73" name="PlaceHolder 6"/>
          <p:cNvSpPr>
            <a:spLocks noGrp="1"/>
          </p:cNvSpPr>
          <p:nvPr>
            <p:ph type="sldNum" idx="39"/>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F5EC6C05-C50A-4E05-831D-F1E5EC05BBA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sldImg"/>
          </p:nvPr>
        </p:nvSpPr>
        <p:spPr>
          <a:xfrm>
            <a:off x="1143000" y="685800"/>
            <a:ext cx="4570920" cy="3427920"/>
          </a:xfrm>
          <a:prstGeom prst="rect">
            <a:avLst/>
          </a:prstGeom>
          <a:ln w="0">
            <a:noFill/>
          </a:ln>
        </p:spPr>
      </p:sp>
      <p:sp>
        <p:nvSpPr>
          <p:cNvPr id="113" name="PlaceHolder 2"/>
          <p:cNvSpPr>
            <a:spLocks noGrp="1"/>
          </p:cNvSpPr>
          <p:nvPr>
            <p:ph type="body"/>
          </p:nvPr>
        </p:nvSpPr>
        <p:spPr>
          <a:xfrm>
            <a:off x="685800" y="4343400"/>
            <a:ext cx="5485320" cy="4113720"/>
          </a:xfrm>
          <a:prstGeom prst="rect">
            <a:avLst/>
          </a:prstGeom>
          <a:noFill/>
          <a:ln w="0">
            <a:noFill/>
          </a:ln>
        </p:spPr>
        <p:txBody>
          <a:bodyPr numCol="1" spcCol="0"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 name="PlaceHolder 3"/>
          <p:cNvSpPr>
            <a:spLocks noGrp="1"/>
          </p:cNvSpPr>
          <p:nvPr>
            <p:ph type="sldNum" idx="56"/>
          </p:nvPr>
        </p:nvSpPr>
        <p:spPr>
          <a:xfrm>
            <a:off x="3884760" y="8685360"/>
            <a:ext cx="2970720" cy="456120"/>
          </a:xfrm>
          <a:prstGeom prst="rect">
            <a:avLst/>
          </a:prstGeom>
          <a:noFill/>
          <a:ln w="0">
            <a:noFill/>
          </a:ln>
        </p:spPr>
        <p:txBody>
          <a:bodyPr numCol="1" spcCol="0" lIns="91440" rIns="91440" tIns="45720" bIns="45720" anchor="b">
            <a:noAutofit/>
          </a:bodyPr>
          <a:lstStyle>
            <a:lvl1pPr indent="0" algn="r">
              <a:lnSpc>
                <a:spcPct val="100000"/>
              </a:lnSpc>
              <a:buNone/>
              <a:tabLst>
                <a:tab algn="l" pos="0"/>
              </a:tabLst>
              <a:defRPr b="0" lang="en-US" sz="1200" strike="noStrike" u="none">
                <a:solidFill>
                  <a:srgbClr val="000000"/>
                </a:solidFill>
                <a:effectLst/>
                <a:uFillTx/>
                <a:latin typeface="+mn-lt"/>
              </a:defRPr>
            </a:lvl1pPr>
          </a:lstStyle>
          <a:p>
            <a:pPr indent="0" algn="r">
              <a:lnSpc>
                <a:spcPct val="100000"/>
              </a:lnSpc>
              <a:buNone/>
              <a:tabLst>
                <a:tab algn="l" pos="0"/>
              </a:tabLst>
            </a:pPr>
            <a:fld id="{7757A8F8-C109-4757-A07F-11DCE0F44FAD}" type="slidenum">
              <a:rPr b="0" lang="en-US" sz="1200" strike="noStrike" u="none">
                <a:solidFill>
                  <a:srgbClr val="000000"/>
                </a:solidFill>
                <a:effectLst/>
                <a:uFillTx/>
                <a:latin typeface="+mn-lt"/>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120600"/>
            <a:ext cx="8228520" cy="714960"/>
          </a:xfrm>
          <a:prstGeom prst="rect">
            <a:avLst/>
          </a:prstGeom>
          <a:noFill/>
          <a:ln w="0">
            <a:noFill/>
          </a:ln>
        </p:spPr>
        <p:txBody>
          <a:bodyPr numCol="1" spcCol="0" lIns="91440" rIns="91440" tIns="45720" bIns="45720" anchor="ctr">
            <a:normAutofit/>
          </a:bodyPr>
          <a:p>
            <a:pPr indent="0" algn="ctr">
              <a:lnSpc>
                <a:spcPct val="100000"/>
              </a:lnSpc>
              <a:buNone/>
              <a:tabLst>
                <a:tab algn="l" pos="0"/>
              </a:tabLst>
            </a:pPr>
            <a:r>
              <a:rPr b="0" lang="en-US" sz="3200" strike="noStrike" u="none">
                <a:solidFill>
                  <a:srgbClr val="0070c0"/>
                </a:solidFill>
                <a:effectLst/>
                <a:uFillTx/>
                <a:latin typeface="Calibri"/>
              </a:rPr>
              <a:t>Click to edit Master title style</a:t>
            </a:r>
            <a:endParaRPr b="0" lang="en-US" sz="3200" strike="noStrike" u="none">
              <a:solidFill>
                <a:srgbClr val="000000"/>
              </a:solidFill>
              <a:effectLst/>
              <a:uFillTx/>
              <a:latin typeface="Arial"/>
            </a:endParaRPr>
          </a:p>
        </p:txBody>
      </p:sp>
      <p:sp>
        <p:nvSpPr>
          <p:cNvPr id="3" name="PlaceHolder 2"/>
          <p:cNvSpPr>
            <a:spLocks noGrp="1"/>
          </p:cNvSpPr>
          <p:nvPr>
            <p:ph type="body"/>
          </p:nvPr>
        </p:nvSpPr>
        <p:spPr>
          <a:xfrm>
            <a:off x="457200" y="914400"/>
            <a:ext cx="8228520" cy="5333040"/>
          </a:xfrm>
          <a:prstGeom prst="rect">
            <a:avLst/>
          </a:prstGeom>
          <a:noFill/>
          <a:ln w="0">
            <a:noFill/>
          </a:ln>
        </p:spPr>
        <p:txBody>
          <a:bodyPr numCol="1" spcCol="0" lIns="91440" rIns="91440" tIns="45720" bIns="45720" anchor="t">
            <a:noAutofit/>
          </a:bodyPr>
          <a:p>
            <a:pPr marL="343080" indent="-343080">
              <a:lnSpc>
                <a:spcPct val="100000"/>
              </a:lnSpc>
              <a:spcBef>
                <a:spcPts val="360"/>
              </a:spcBef>
              <a:buClr>
                <a:srgbClr val="0070c0"/>
              </a:buClr>
              <a:buFont typeface="Wingdings" charset="2"/>
              <a:buChar char=""/>
            </a:pPr>
            <a:r>
              <a:rPr b="0" lang="en-US" sz="1800" strike="noStrike" u="none">
                <a:solidFill>
                  <a:schemeClr val="dk1"/>
                </a:solidFill>
                <a:effectLst/>
                <a:uFillTx/>
                <a:latin typeface="Calibri"/>
              </a:rPr>
              <a:t>Click to edit Master text styles</a:t>
            </a:r>
            <a:endParaRPr b="0" lang="en-US" sz="1800" strike="noStrike" u="none">
              <a:solidFill>
                <a:srgbClr val="000000"/>
              </a:solidFill>
              <a:effectLst/>
              <a:uFillTx/>
              <a:latin typeface="Arial"/>
            </a:endParaRPr>
          </a:p>
          <a:p>
            <a:pPr lvl="1" marL="743040" indent="-285840">
              <a:lnSpc>
                <a:spcPct val="100000"/>
              </a:lnSpc>
              <a:spcBef>
                <a:spcPts val="360"/>
              </a:spcBef>
              <a:buClr>
                <a:srgbClr val="92d050"/>
              </a:buClr>
              <a:buFont typeface="Wingdings" charset="2"/>
              <a:buChar char=""/>
            </a:pPr>
            <a:r>
              <a:rPr b="0" lang="en-US" sz="1800" strike="noStrike" u="none">
                <a:solidFill>
                  <a:schemeClr val="dk1"/>
                </a:solidFill>
                <a:effectLst/>
                <a:uFillTx/>
                <a:latin typeface="Calibri"/>
              </a:rPr>
              <a:t>Second level</a:t>
            </a:r>
            <a:endParaRPr b="0" lang="en-US" sz="1800" strike="noStrike" u="none">
              <a:solidFill>
                <a:srgbClr val="000000"/>
              </a:solidFill>
              <a:effectLst/>
              <a:uFillTx/>
              <a:latin typeface="Arial"/>
            </a:endParaRPr>
          </a:p>
          <a:p>
            <a:pPr lvl="2" marL="1143000" indent="-228600">
              <a:lnSpc>
                <a:spcPct val="100000"/>
              </a:lnSpc>
              <a:spcBef>
                <a:spcPts val="320"/>
              </a:spcBef>
              <a:buClr>
                <a:srgbClr val="ff0000"/>
              </a:buClr>
              <a:buFont typeface="Wingdings" charset="2"/>
              <a:buChar char=""/>
            </a:pPr>
            <a:r>
              <a:rPr b="0" lang="en-US" sz="1600" strike="noStrike" u="none">
                <a:solidFill>
                  <a:schemeClr val="dk1"/>
                </a:solidFill>
                <a:effectLst/>
                <a:uFillTx/>
                <a:latin typeface="Calibri"/>
              </a:rPr>
              <a:t>Third level</a:t>
            </a:r>
            <a:endParaRPr b="0" lang="en-US" sz="1600" strike="noStrike" u="none">
              <a:solidFill>
                <a:srgbClr val="000000"/>
              </a:solidFill>
              <a:effectLst/>
              <a:uFillTx/>
              <a:latin typeface="Arial"/>
            </a:endParaRPr>
          </a:p>
          <a:p>
            <a:pPr lvl="3" marL="1600200" indent="-2286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rgbClr val="000000"/>
              </a:solidFill>
              <a:effectLst/>
              <a:uFillTx/>
              <a:latin typeface="Arial"/>
            </a:endParaRPr>
          </a:p>
          <a:p>
            <a:pPr lvl="4" marL="2057400" indent="-228600">
              <a:lnSpc>
                <a:spcPct val="100000"/>
              </a:lnSpc>
              <a:spcBef>
                <a:spcPts val="281"/>
              </a:spcBef>
              <a:buClr>
                <a:srgbClr val="000000"/>
              </a:buClr>
              <a:buFont typeface="Arial"/>
              <a:buChar char="»"/>
            </a:pPr>
            <a:r>
              <a:rPr b="0" lang="en-US" sz="1400" strike="noStrike" u="none">
                <a:solidFill>
                  <a:schemeClr val="dk1"/>
                </a:solidFill>
                <a:effectLst/>
                <a:uFillTx/>
                <a:latin typeface="Calibri"/>
              </a:rPr>
              <a:t>Fifth level</a:t>
            </a:r>
            <a:endParaRPr b="0" lang="en-US" sz="1400" strike="noStrike" u="none">
              <a:solidFill>
                <a:srgbClr val="000000"/>
              </a:solidFill>
              <a:effectLst/>
              <a:uFillTx/>
              <a:latin typeface="Arial"/>
            </a:endParaRPr>
          </a:p>
        </p:txBody>
      </p:sp>
      <p:sp>
        <p:nvSpPr>
          <p:cNvPr id="4" name="PlaceHolder 3"/>
          <p:cNvSpPr>
            <a:spLocks noGrp="1"/>
          </p:cNvSpPr>
          <p:nvPr>
            <p:ph type="dt" idx="1"/>
          </p:nvPr>
        </p:nvSpPr>
        <p:spPr>
          <a:xfrm>
            <a:off x="45720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200" strike="noStrike" u="none">
                <a:solidFill>
                  <a:schemeClr val="dk1">
                    <a:tint val="75000"/>
                  </a:schemeClr>
                </a:solidFill>
                <a:effectLst/>
                <a:uFillTx/>
                <a:latin typeface="Calibri"/>
              </a:defRPr>
            </a:lvl1pPr>
          </a:lstStyle>
          <a:p>
            <a:pPr indent="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 name="PlaceHolder 4"/>
          <p:cNvSpPr>
            <a:spLocks noGrp="1"/>
          </p:cNvSpPr>
          <p:nvPr>
            <p:ph type="ftr" idx="2"/>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&lt;footer&gt;</a:t>
            </a:r>
            <a:endParaRPr b="0" lang="en-US" sz="1200" strike="noStrike" u="none">
              <a:solidFill>
                <a:srgbClr val="000000"/>
              </a:solidFill>
              <a:effectLst/>
              <a:uFillTx/>
              <a:latin typeface="Times New Roman"/>
            </a:endParaRPr>
          </a:p>
        </p:txBody>
      </p:sp>
      <p:sp>
        <p:nvSpPr>
          <p:cNvPr id="6" name="PlaceHolder 5"/>
          <p:cNvSpPr>
            <a:spLocks noGrp="1"/>
          </p:cNvSpPr>
          <p:nvPr>
            <p:ph type="sldNum" idx="3"/>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1" lang="en-US" sz="1600" strike="noStrike" u="none">
                <a:solidFill>
                  <a:schemeClr val="dk1">
                    <a:tint val="75000"/>
                  </a:schemeClr>
                </a:solidFill>
                <a:effectLst/>
                <a:uFillTx/>
                <a:latin typeface="Calibri"/>
              </a:defRPr>
            </a:lvl1pPr>
          </a:lstStyle>
          <a:p>
            <a:pPr indent="0" algn="r">
              <a:lnSpc>
                <a:spcPct val="100000"/>
              </a:lnSpc>
              <a:buNone/>
              <a:tabLst>
                <a:tab algn="l" pos="0"/>
              </a:tabLst>
            </a:pPr>
            <a:fld id="{54DA4853-45C4-4251-9229-AF71E3737B8A}" type="slidenum">
              <a:rPr b="1" lang="en-US" sz="1600" strike="noStrike" u="none">
                <a:solidFill>
                  <a:schemeClr val="dk1">
                    <a:tint val="75000"/>
                  </a:schemeClr>
                </a:solidFill>
                <a:effectLst/>
                <a:uFillTx/>
                <a:latin typeface="Calibri"/>
              </a:rPr>
              <a:t>&lt;number&gt;</a:t>
            </a:fld>
            <a:endParaRPr b="0" lang="en-US" sz="1600" strike="noStrike" u="non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722160" y="4406760"/>
            <a:ext cx="7771320" cy="1361160"/>
          </a:xfrm>
          <a:prstGeom prst="rect">
            <a:avLst/>
          </a:prstGeom>
          <a:noFill/>
          <a:ln w="0">
            <a:noFill/>
          </a:ln>
        </p:spPr>
        <p:txBody>
          <a:bodyPr numCol="1" spcCol="0" lIns="91440" rIns="91440" tIns="45720" bIns="45720" anchor="t">
            <a:noAutofit/>
          </a:bodyPr>
          <a:p>
            <a:pPr indent="0">
              <a:lnSpc>
                <a:spcPct val="100000"/>
              </a:lnSpc>
              <a:buNone/>
              <a:tabLst>
                <a:tab algn="l" pos="0"/>
              </a:tabLst>
            </a:pPr>
            <a:r>
              <a:rPr b="1" lang="en-US" sz="4000" strike="noStrike" u="none" cap="all">
                <a:solidFill>
                  <a:schemeClr val="hlink"/>
                </a:solidFill>
                <a:effectLst/>
                <a:uFillTx/>
                <a:latin typeface="Calibri"/>
              </a:rPr>
              <a:t>Click to edit Master title style</a:t>
            </a:r>
            <a:endParaRPr b="0" lang="en-US" sz="4000" strike="noStrike" u="none">
              <a:solidFill>
                <a:srgbClr val="000000"/>
              </a:solidFill>
              <a:effectLst/>
              <a:uFillTx/>
              <a:latin typeface="Arial"/>
            </a:endParaRPr>
          </a:p>
        </p:txBody>
      </p:sp>
      <p:sp>
        <p:nvSpPr>
          <p:cNvPr id="8" name="PlaceHolder 2"/>
          <p:cNvSpPr>
            <a:spLocks noGrp="1"/>
          </p:cNvSpPr>
          <p:nvPr>
            <p:ph type="body"/>
          </p:nvPr>
        </p:nvSpPr>
        <p:spPr>
          <a:xfrm>
            <a:off x="722160" y="2906640"/>
            <a:ext cx="7771320" cy="1499040"/>
          </a:xfrm>
          <a:prstGeom prst="rect">
            <a:avLst/>
          </a:prstGeom>
          <a:noFill/>
          <a:ln w="0">
            <a:noFill/>
          </a:ln>
        </p:spPr>
        <p:txBody>
          <a:bodyPr numCol="1" spcCol="0" lIns="91440" rIns="91440" tIns="45720" bIns="45720" anchor="b">
            <a:noAutofit/>
          </a:bodyPr>
          <a:p>
            <a:pPr indent="0">
              <a:lnSpc>
                <a:spcPct val="100000"/>
              </a:lnSpc>
              <a:spcBef>
                <a:spcPts val="400"/>
              </a:spcBef>
              <a:buNone/>
              <a:tabLst>
                <a:tab algn="l" pos="0"/>
              </a:tabLst>
            </a:pPr>
            <a:r>
              <a:rPr b="0" lang="en-US" sz="2000" strike="noStrike" u="none">
                <a:solidFill>
                  <a:schemeClr val="dk1">
                    <a:tint val="75000"/>
                  </a:schemeClr>
                </a:solidFill>
                <a:effectLst/>
                <a:uFillTx/>
                <a:latin typeface="Calibri"/>
              </a:rPr>
              <a:t>Click to edit Master text styles</a:t>
            </a:r>
            <a:endParaRPr b="0" lang="en-US" sz="2000" strike="noStrike" u="none">
              <a:solidFill>
                <a:srgbClr val="000000"/>
              </a:solidFill>
              <a:effectLst/>
              <a:uFillTx/>
              <a:latin typeface="Arial"/>
            </a:endParaRPr>
          </a:p>
        </p:txBody>
      </p:sp>
      <p:sp>
        <p:nvSpPr>
          <p:cNvPr id="9" name="PlaceHolder 3"/>
          <p:cNvSpPr>
            <a:spLocks noGrp="1"/>
          </p:cNvSpPr>
          <p:nvPr>
            <p:ph type="dt" idx="4"/>
          </p:nvPr>
        </p:nvSpPr>
        <p:spPr>
          <a:xfrm>
            <a:off x="45720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200" strike="noStrike" u="none">
                <a:solidFill>
                  <a:schemeClr val="dk1">
                    <a:tint val="75000"/>
                  </a:schemeClr>
                </a:solidFill>
                <a:effectLst/>
                <a:uFillTx/>
                <a:latin typeface="Calibri"/>
              </a:defRPr>
            </a:lvl1pPr>
          </a:lstStyle>
          <a:p>
            <a:pPr indent="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10" name="PlaceHolder 4"/>
          <p:cNvSpPr>
            <a:spLocks noGrp="1"/>
          </p:cNvSpPr>
          <p:nvPr>
            <p:ph type="ftr" idx="5"/>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&lt;footer&gt;</a:t>
            </a:r>
            <a:endParaRPr b="0" lang="en-US" sz="1200" strike="noStrike" u="none">
              <a:solidFill>
                <a:srgbClr val="000000"/>
              </a:solidFill>
              <a:effectLst/>
              <a:uFillTx/>
              <a:latin typeface="Times New Roman"/>
            </a:endParaRPr>
          </a:p>
        </p:txBody>
      </p:sp>
      <p:sp>
        <p:nvSpPr>
          <p:cNvPr id="11" name="PlaceHolder 5"/>
          <p:cNvSpPr>
            <a:spLocks noGrp="1"/>
          </p:cNvSpPr>
          <p:nvPr>
            <p:ph type="sldNum" idx="6"/>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chemeClr val="dk1">
                    <a:tint val="75000"/>
                  </a:schemeClr>
                </a:solidFill>
                <a:effectLst/>
                <a:uFillTx/>
                <a:latin typeface="Calibri"/>
              </a:defRPr>
            </a:lvl1pPr>
          </a:lstStyle>
          <a:p>
            <a:pPr indent="0" algn="r">
              <a:lnSpc>
                <a:spcPct val="100000"/>
              </a:lnSpc>
              <a:buNone/>
              <a:tabLst>
                <a:tab algn="l" pos="0"/>
              </a:tabLst>
            </a:pPr>
            <a:fld id="{04642D27-863A-4003-8A6B-5F4807D259CA}"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8520" cy="6386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0" lang="en-US" sz="3600" strike="noStrike" u="none">
                <a:solidFill>
                  <a:schemeClr val="hlink"/>
                </a:solidFill>
                <a:effectLst/>
                <a:uFillTx/>
                <a:latin typeface="Calibri"/>
              </a:rPr>
              <a:t>Click to edit Master title style</a:t>
            </a:r>
            <a:endParaRPr b="0" lang="en-US" sz="3600" strike="noStrike" u="none">
              <a:solidFill>
                <a:srgbClr val="000000"/>
              </a:solidFill>
              <a:effectLst/>
              <a:uFillTx/>
              <a:latin typeface="Arial"/>
            </a:endParaRPr>
          </a:p>
        </p:txBody>
      </p:sp>
      <p:sp>
        <p:nvSpPr>
          <p:cNvPr id="13" name="PlaceHolder 2"/>
          <p:cNvSpPr>
            <a:spLocks noGrp="1"/>
          </p:cNvSpPr>
          <p:nvPr>
            <p:ph type="body"/>
          </p:nvPr>
        </p:nvSpPr>
        <p:spPr>
          <a:xfrm>
            <a:off x="457200" y="1600200"/>
            <a:ext cx="4037400" cy="452484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00ff"/>
              </a:buClr>
              <a:buFont typeface="Wingdings" charset="2"/>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743040" indent="-285840">
              <a:lnSpc>
                <a:spcPct val="100000"/>
              </a:lnSpc>
              <a:spcBef>
                <a:spcPts val="479"/>
              </a:spcBef>
              <a:buClr>
                <a:srgbClr val="ff0000"/>
              </a:buClr>
              <a:buFont typeface="Wingdings" charset="2"/>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100000"/>
              </a:lnSpc>
              <a:spcBef>
                <a:spcPts val="400"/>
              </a:spcBef>
              <a:buClr>
                <a:srgbClr val="00cc00"/>
              </a:buClr>
              <a:buFont typeface="Wingdings" charset="2"/>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14" name="PlaceHolder 3"/>
          <p:cNvSpPr>
            <a:spLocks noGrp="1"/>
          </p:cNvSpPr>
          <p:nvPr>
            <p:ph type="body"/>
          </p:nvPr>
        </p:nvSpPr>
        <p:spPr>
          <a:xfrm>
            <a:off x="4648320" y="1600200"/>
            <a:ext cx="4037400" cy="452484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00ff"/>
              </a:buClr>
              <a:buFont typeface="Wingdings" charset="2"/>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743040" indent="-285840">
              <a:lnSpc>
                <a:spcPct val="100000"/>
              </a:lnSpc>
              <a:spcBef>
                <a:spcPts val="479"/>
              </a:spcBef>
              <a:buClr>
                <a:srgbClr val="ff0000"/>
              </a:buClr>
              <a:buFont typeface="Wingdings" charset="2"/>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100000"/>
              </a:lnSpc>
              <a:spcBef>
                <a:spcPts val="400"/>
              </a:spcBef>
              <a:buClr>
                <a:srgbClr val="00cc00"/>
              </a:buClr>
              <a:buFont typeface="Wingdings" charset="2"/>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rgbClr val="000000"/>
              </a:solidFill>
              <a:effectLst/>
              <a:uFillTx/>
              <a:latin typeface="Arial"/>
            </a:endParaRPr>
          </a:p>
          <a:p>
            <a:pPr lvl="4" marL="2057400" indent="-2286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rgbClr val="000000"/>
              </a:solidFill>
              <a:effectLst/>
              <a:uFillTx/>
              <a:latin typeface="Arial"/>
            </a:endParaRPr>
          </a:p>
        </p:txBody>
      </p:sp>
      <p:sp>
        <p:nvSpPr>
          <p:cNvPr id="15" name="PlaceHolder 4"/>
          <p:cNvSpPr>
            <a:spLocks noGrp="1"/>
          </p:cNvSpPr>
          <p:nvPr>
            <p:ph type="dt" idx="7"/>
          </p:nvPr>
        </p:nvSpPr>
        <p:spPr>
          <a:xfrm>
            <a:off x="45720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200" strike="noStrike" u="none">
                <a:solidFill>
                  <a:schemeClr val="dk1">
                    <a:tint val="75000"/>
                  </a:schemeClr>
                </a:solidFill>
                <a:effectLst/>
                <a:uFillTx/>
                <a:latin typeface="Calibri"/>
              </a:defRPr>
            </a:lvl1pPr>
          </a:lstStyle>
          <a:p>
            <a:pPr indent="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16" name="PlaceHolder 5"/>
          <p:cNvSpPr>
            <a:spLocks noGrp="1"/>
          </p:cNvSpPr>
          <p:nvPr>
            <p:ph type="ftr" idx="8"/>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&lt;footer&gt;</a:t>
            </a:r>
            <a:endParaRPr b="0" lang="en-US" sz="1200" strike="noStrike" u="none">
              <a:solidFill>
                <a:srgbClr val="000000"/>
              </a:solidFill>
              <a:effectLst/>
              <a:uFillTx/>
              <a:latin typeface="Times New Roman"/>
            </a:endParaRPr>
          </a:p>
        </p:txBody>
      </p:sp>
      <p:sp>
        <p:nvSpPr>
          <p:cNvPr id="17" name="PlaceHolder 6"/>
          <p:cNvSpPr>
            <a:spLocks noGrp="1"/>
          </p:cNvSpPr>
          <p:nvPr>
            <p:ph type="sldNum" idx="9"/>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chemeClr val="dk1">
                    <a:tint val="75000"/>
                  </a:schemeClr>
                </a:solidFill>
                <a:effectLst/>
                <a:uFillTx/>
                <a:latin typeface="Calibri"/>
              </a:defRPr>
            </a:lvl1pPr>
          </a:lstStyle>
          <a:p>
            <a:pPr indent="0" algn="r">
              <a:lnSpc>
                <a:spcPct val="100000"/>
              </a:lnSpc>
              <a:buNone/>
              <a:tabLst>
                <a:tab algn="l" pos="0"/>
              </a:tabLst>
            </a:pPr>
            <a:fld id="{7CA7986F-DA5D-438C-BB0E-E09C1C18A39F}"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8520" cy="6386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0" lang="en-US" sz="3600" strike="noStrike" u="none">
                <a:solidFill>
                  <a:schemeClr val="hlink"/>
                </a:solidFill>
                <a:effectLst/>
                <a:uFillTx/>
                <a:latin typeface="Calibri"/>
              </a:rPr>
              <a:t>Click to edit Master title style</a:t>
            </a:r>
            <a:endParaRPr b="0" lang="en-US" sz="3600" strike="noStrike" u="none">
              <a:solidFill>
                <a:srgbClr val="000000"/>
              </a:solidFill>
              <a:effectLst/>
              <a:uFillTx/>
              <a:latin typeface="Arial"/>
            </a:endParaRPr>
          </a:p>
        </p:txBody>
      </p:sp>
      <p:sp>
        <p:nvSpPr>
          <p:cNvPr id="19" name="PlaceHolder 2"/>
          <p:cNvSpPr>
            <a:spLocks noGrp="1"/>
          </p:cNvSpPr>
          <p:nvPr>
            <p:ph type="body"/>
          </p:nvPr>
        </p:nvSpPr>
        <p:spPr>
          <a:xfrm>
            <a:off x="457200" y="1535040"/>
            <a:ext cx="4039200" cy="638640"/>
          </a:xfrm>
          <a:prstGeom prst="rect">
            <a:avLst/>
          </a:prstGeom>
          <a:noFill/>
          <a:ln w="0">
            <a:noFill/>
          </a:ln>
        </p:spPr>
        <p:txBody>
          <a:bodyPr numCol="1" spcCol="0" lIns="91440" rIns="91440" tIns="45720" bIns="45720" anchor="b">
            <a:noAutofit/>
          </a:bodyPr>
          <a:p>
            <a:pPr indent="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rgbClr val="000000"/>
              </a:solidFill>
              <a:effectLst/>
              <a:uFillTx/>
              <a:latin typeface="Arial"/>
            </a:endParaRPr>
          </a:p>
        </p:txBody>
      </p:sp>
      <p:sp>
        <p:nvSpPr>
          <p:cNvPr id="20" name="PlaceHolder 3"/>
          <p:cNvSpPr>
            <a:spLocks noGrp="1"/>
          </p:cNvSpPr>
          <p:nvPr>
            <p:ph type="body"/>
          </p:nvPr>
        </p:nvSpPr>
        <p:spPr>
          <a:xfrm>
            <a:off x="457200" y="2174760"/>
            <a:ext cx="4039200" cy="3950280"/>
          </a:xfrm>
          <a:prstGeom prst="rect">
            <a:avLst/>
          </a:prstGeom>
          <a:noFill/>
          <a:ln w="0">
            <a:noFill/>
          </a:ln>
        </p:spPr>
        <p:txBody>
          <a:bodyPr numCol="1" spcCol="0" lIns="91440" rIns="91440" tIns="45720" bIns="45720" anchor="t">
            <a:noAutofit/>
          </a:bodyPr>
          <a:p>
            <a:pPr marL="343080" indent="-343080">
              <a:lnSpc>
                <a:spcPct val="100000"/>
              </a:lnSpc>
              <a:spcBef>
                <a:spcPts val="479"/>
              </a:spcBef>
              <a:buClr>
                <a:srgbClr val="0000ff"/>
              </a:buClr>
              <a:buFont typeface="Wingdings" charset="2"/>
              <a:buChar char=""/>
            </a:pPr>
            <a:r>
              <a:rPr b="0" lang="en-US" sz="2400" strike="noStrike" u="none">
                <a:solidFill>
                  <a:schemeClr val="dk1"/>
                </a:solidFill>
                <a:effectLst/>
                <a:uFillTx/>
                <a:latin typeface="Calibri"/>
              </a:rPr>
              <a:t>Click to edit Master text styles</a:t>
            </a:r>
            <a:endParaRPr b="0" lang="en-US" sz="2400" strike="noStrike" u="none">
              <a:solidFill>
                <a:srgbClr val="000000"/>
              </a:solidFill>
              <a:effectLst/>
              <a:uFillTx/>
              <a:latin typeface="Arial"/>
            </a:endParaRPr>
          </a:p>
          <a:p>
            <a:pPr lvl="1" marL="743040" indent="-285840">
              <a:lnSpc>
                <a:spcPct val="100000"/>
              </a:lnSpc>
              <a:spcBef>
                <a:spcPts val="400"/>
              </a:spcBef>
              <a:buClr>
                <a:srgbClr val="ff0000"/>
              </a:buClr>
              <a:buFont typeface="Wingdings" charset="2"/>
              <a:buChar char=""/>
            </a:pPr>
            <a:r>
              <a:rPr b="0" lang="en-US" sz="2000" strike="noStrike" u="none">
                <a:solidFill>
                  <a:schemeClr val="dk1"/>
                </a:solidFill>
                <a:effectLst/>
                <a:uFillTx/>
                <a:latin typeface="Calibri"/>
              </a:rPr>
              <a:t>Second level</a:t>
            </a:r>
            <a:endParaRPr b="0" lang="en-US" sz="2000" strike="noStrike" u="none">
              <a:solidFill>
                <a:srgbClr val="000000"/>
              </a:solidFill>
              <a:effectLst/>
              <a:uFillTx/>
              <a:latin typeface="Arial"/>
            </a:endParaRPr>
          </a:p>
          <a:p>
            <a:pPr lvl="2" marL="1143000" indent="-228600">
              <a:lnSpc>
                <a:spcPct val="100000"/>
              </a:lnSpc>
              <a:spcBef>
                <a:spcPts val="360"/>
              </a:spcBef>
              <a:buClr>
                <a:srgbClr val="00cc00"/>
              </a:buClr>
              <a:buFont typeface="Wingdings" charset="2"/>
              <a:buChar char=""/>
            </a:pPr>
            <a:r>
              <a:rPr b="0" lang="en-US" sz="1800" strike="noStrike" u="none">
                <a:solidFill>
                  <a:schemeClr val="dk1"/>
                </a:solidFill>
                <a:effectLst/>
                <a:uFillTx/>
                <a:latin typeface="Calibri"/>
              </a:rPr>
              <a:t>Third level</a:t>
            </a:r>
            <a:endParaRPr b="0" lang="en-US" sz="1800" strike="noStrike" u="none">
              <a:solidFill>
                <a:srgbClr val="000000"/>
              </a:solidFill>
              <a:effectLst/>
              <a:uFillTx/>
              <a:latin typeface="Arial"/>
            </a:endParaRPr>
          </a:p>
          <a:p>
            <a:pPr lvl="3" marL="1600200" indent="-2286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rgbClr val="000000"/>
              </a:solidFill>
              <a:effectLst/>
              <a:uFillTx/>
              <a:latin typeface="Arial"/>
            </a:endParaRPr>
          </a:p>
          <a:p>
            <a:pPr lvl="4" marL="2057400" indent="-2286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rgbClr val="000000"/>
              </a:solidFill>
              <a:effectLst/>
              <a:uFillTx/>
              <a:latin typeface="Arial"/>
            </a:endParaRPr>
          </a:p>
        </p:txBody>
      </p:sp>
      <p:sp>
        <p:nvSpPr>
          <p:cNvPr id="21" name="PlaceHolder 4"/>
          <p:cNvSpPr>
            <a:spLocks noGrp="1"/>
          </p:cNvSpPr>
          <p:nvPr>
            <p:ph type="body"/>
          </p:nvPr>
        </p:nvSpPr>
        <p:spPr>
          <a:xfrm>
            <a:off x="4645080" y="1535040"/>
            <a:ext cx="4040640" cy="638640"/>
          </a:xfrm>
          <a:prstGeom prst="rect">
            <a:avLst/>
          </a:prstGeom>
          <a:noFill/>
          <a:ln w="0">
            <a:noFill/>
          </a:ln>
        </p:spPr>
        <p:txBody>
          <a:bodyPr numCol="1" spcCol="0" lIns="91440" rIns="91440" tIns="45720" bIns="45720" anchor="b">
            <a:noAutofit/>
          </a:bodyPr>
          <a:p>
            <a:pPr indent="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rgbClr val="000000"/>
              </a:solidFill>
              <a:effectLst/>
              <a:uFillTx/>
              <a:latin typeface="Arial"/>
            </a:endParaRPr>
          </a:p>
        </p:txBody>
      </p:sp>
      <p:sp>
        <p:nvSpPr>
          <p:cNvPr id="22" name="PlaceHolder 5"/>
          <p:cNvSpPr>
            <a:spLocks noGrp="1"/>
          </p:cNvSpPr>
          <p:nvPr>
            <p:ph type="body"/>
          </p:nvPr>
        </p:nvSpPr>
        <p:spPr>
          <a:xfrm>
            <a:off x="4645080" y="2174760"/>
            <a:ext cx="4040640" cy="3950280"/>
          </a:xfrm>
          <a:prstGeom prst="rect">
            <a:avLst/>
          </a:prstGeom>
          <a:noFill/>
          <a:ln w="0">
            <a:noFill/>
          </a:ln>
        </p:spPr>
        <p:txBody>
          <a:bodyPr numCol="1" spcCol="0" lIns="91440" rIns="91440" tIns="45720" bIns="45720" anchor="t">
            <a:noAutofit/>
          </a:bodyPr>
          <a:p>
            <a:pPr marL="343080" indent="-343080">
              <a:lnSpc>
                <a:spcPct val="100000"/>
              </a:lnSpc>
              <a:spcBef>
                <a:spcPts val="479"/>
              </a:spcBef>
              <a:buClr>
                <a:srgbClr val="0000ff"/>
              </a:buClr>
              <a:buFont typeface="Wingdings" charset="2"/>
              <a:buChar char=""/>
            </a:pPr>
            <a:r>
              <a:rPr b="0" lang="en-US" sz="2400" strike="noStrike" u="none">
                <a:solidFill>
                  <a:schemeClr val="dk1"/>
                </a:solidFill>
                <a:effectLst/>
                <a:uFillTx/>
                <a:latin typeface="Calibri"/>
              </a:rPr>
              <a:t>Click to edit Master text styles</a:t>
            </a:r>
            <a:endParaRPr b="0" lang="en-US" sz="2400" strike="noStrike" u="none">
              <a:solidFill>
                <a:srgbClr val="000000"/>
              </a:solidFill>
              <a:effectLst/>
              <a:uFillTx/>
              <a:latin typeface="Arial"/>
            </a:endParaRPr>
          </a:p>
          <a:p>
            <a:pPr lvl="1" marL="743040" indent="-285840">
              <a:lnSpc>
                <a:spcPct val="100000"/>
              </a:lnSpc>
              <a:spcBef>
                <a:spcPts val="400"/>
              </a:spcBef>
              <a:buClr>
                <a:srgbClr val="ff0000"/>
              </a:buClr>
              <a:buFont typeface="Wingdings" charset="2"/>
              <a:buChar char=""/>
            </a:pPr>
            <a:r>
              <a:rPr b="0" lang="en-US" sz="2000" strike="noStrike" u="none">
                <a:solidFill>
                  <a:schemeClr val="dk1"/>
                </a:solidFill>
                <a:effectLst/>
                <a:uFillTx/>
                <a:latin typeface="Calibri"/>
              </a:rPr>
              <a:t>Second level</a:t>
            </a:r>
            <a:endParaRPr b="0" lang="en-US" sz="2000" strike="noStrike" u="none">
              <a:solidFill>
                <a:srgbClr val="000000"/>
              </a:solidFill>
              <a:effectLst/>
              <a:uFillTx/>
              <a:latin typeface="Arial"/>
            </a:endParaRPr>
          </a:p>
          <a:p>
            <a:pPr lvl="2" marL="1143000" indent="-228600">
              <a:lnSpc>
                <a:spcPct val="100000"/>
              </a:lnSpc>
              <a:spcBef>
                <a:spcPts val="360"/>
              </a:spcBef>
              <a:buClr>
                <a:srgbClr val="00cc00"/>
              </a:buClr>
              <a:buFont typeface="Wingdings" charset="2"/>
              <a:buChar char=""/>
            </a:pPr>
            <a:r>
              <a:rPr b="0" lang="en-US" sz="1800" strike="noStrike" u="none">
                <a:solidFill>
                  <a:schemeClr val="dk1"/>
                </a:solidFill>
                <a:effectLst/>
                <a:uFillTx/>
                <a:latin typeface="Calibri"/>
              </a:rPr>
              <a:t>Third level</a:t>
            </a:r>
            <a:endParaRPr b="0" lang="en-US" sz="1800" strike="noStrike" u="none">
              <a:solidFill>
                <a:srgbClr val="000000"/>
              </a:solidFill>
              <a:effectLst/>
              <a:uFillTx/>
              <a:latin typeface="Arial"/>
            </a:endParaRPr>
          </a:p>
          <a:p>
            <a:pPr lvl="3" marL="1600200" indent="-2286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rgbClr val="000000"/>
              </a:solidFill>
              <a:effectLst/>
              <a:uFillTx/>
              <a:latin typeface="Arial"/>
            </a:endParaRPr>
          </a:p>
          <a:p>
            <a:pPr lvl="4" marL="2057400" indent="-2286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rgbClr val="000000"/>
              </a:solidFill>
              <a:effectLst/>
              <a:uFillTx/>
              <a:latin typeface="Arial"/>
            </a:endParaRPr>
          </a:p>
        </p:txBody>
      </p:sp>
      <p:sp>
        <p:nvSpPr>
          <p:cNvPr id="23" name="PlaceHolder 6"/>
          <p:cNvSpPr>
            <a:spLocks noGrp="1"/>
          </p:cNvSpPr>
          <p:nvPr>
            <p:ph type="dt" idx="10"/>
          </p:nvPr>
        </p:nvSpPr>
        <p:spPr>
          <a:xfrm>
            <a:off x="45720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200" strike="noStrike" u="none">
                <a:solidFill>
                  <a:schemeClr val="dk1">
                    <a:tint val="75000"/>
                  </a:schemeClr>
                </a:solidFill>
                <a:effectLst/>
                <a:uFillTx/>
                <a:latin typeface="Calibri"/>
              </a:defRPr>
            </a:lvl1pPr>
          </a:lstStyle>
          <a:p>
            <a:pPr indent="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4" name="PlaceHolder 7"/>
          <p:cNvSpPr>
            <a:spLocks noGrp="1"/>
          </p:cNvSpPr>
          <p:nvPr>
            <p:ph type="ftr" idx="11"/>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&lt;footer&gt;</a:t>
            </a:r>
            <a:endParaRPr b="0" lang="en-US" sz="1200" strike="noStrike" u="none">
              <a:solidFill>
                <a:srgbClr val="000000"/>
              </a:solidFill>
              <a:effectLst/>
              <a:uFillTx/>
              <a:latin typeface="Times New Roman"/>
            </a:endParaRPr>
          </a:p>
        </p:txBody>
      </p:sp>
      <p:sp>
        <p:nvSpPr>
          <p:cNvPr id="25" name="PlaceHolder 8"/>
          <p:cNvSpPr>
            <a:spLocks noGrp="1"/>
          </p:cNvSpPr>
          <p:nvPr>
            <p:ph type="sldNum" idx="12"/>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chemeClr val="dk1">
                    <a:tint val="75000"/>
                  </a:schemeClr>
                </a:solidFill>
                <a:effectLst/>
                <a:uFillTx/>
                <a:latin typeface="Calibri"/>
              </a:defRPr>
            </a:lvl1pPr>
          </a:lstStyle>
          <a:p>
            <a:pPr indent="0" algn="r">
              <a:lnSpc>
                <a:spcPct val="100000"/>
              </a:lnSpc>
              <a:buNone/>
              <a:tabLst>
                <a:tab algn="l" pos="0"/>
              </a:tabLst>
            </a:pPr>
            <a:fld id="{55997772-6748-4752-9B20-0479B7FC5563}"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chemeClr val="lt1"/>
        </a:solidFill>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8520" cy="6386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0" lang="en-US" sz="3600" strike="noStrike" u="none">
                <a:solidFill>
                  <a:schemeClr val="hlink"/>
                </a:solidFill>
                <a:effectLst/>
                <a:uFillTx/>
                <a:latin typeface="Calibri"/>
              </a:rPr>
              <a:t>Click to edit Master title style</a:t>
            </a:r>
            <a:endParaRPr b="0" lang="en-US" sz="3600" strike="noStrike" u="none">
              <a:solidFill>
                <a:srgbClr val="000000"/>
              </a:solidFill>
              <a:effectLst/>
              <a:uFillTx/>
              <a:latin typeface="Arial"/>
            </a:endParaRPr>
          </a:p>
        </p:txBody>
      </p:sp>
      <p:sp>
        <p:nvSpPr>
          <p:cNvPr id="27" name="PlaceHolder 2"/>
          <p:cNvSpPr>
            <a:spLocks noGrp="1"/>
          </p:cNvSpPr>
          <p:nvPr>
            <p:ph type="dt" idx="13"/>
          </p:nvPr>
        </p:nvSpPr>
        <p:spPr>
          <a:xfrm>
            <a:off x="45720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200" strike="noStrike" u="none">
                <a:solidFill>
                  <a:schemeClr val="dk1">
                    <a:tint val="75000"/>
                  </a:schemeClr>
                </a:solidFill>
                <a:effectLst/>
                <a:uFillTx/>
                <a:latin typeface="Calibri"/>
              </a:defRPr>
            </a:lvl1pPr>
          </a:lstStyle>
          <a:p>
            <a:pPr indent="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28" name="PlaceHolder 3"/>
          <p:cNvSpPr>
            <a:spLocks noGrp="1"/>
          </p:cNvSpPr>
          <p:nvPr>
            <p:ph type="ftr" idx="14"/>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&lt;footer&gt;</a:t>
            </a:r>
            <a:endParaRPr b="0" lang="en-US" sz="1200" strike="noStrike" u="none">
              <a:solidFill>
                <a:srgbClr val="000000"/>
              </a:solidFill>
              <a:effectLst/>
              <a:uFillTx/>
              <a:latin typeface="Times New Roman"/>
            </a:endParaRPr>
          </a:p>
        </p:txBody>
      </p:sp>
      <p:sp>
        <p:nvSpPr>
          <p:cNvPr id="29" name="PlaceHolder 4"/>
          <p:cNvSpPr>
            <a:spLocks noGrp="1"/>
          </p:cNvSpPr>
          <p:nvPr>
            <p:ph type="sldNum" idx="15"/>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chemeClr val="dk1">
                    <a:tint val="75000"/>
                  </a:schemeClr>
                </a:solidFill>
                <a:effectLst/>
                <a:uFillTx/>
                <a:latin typeface="Calibri"/>
              </a:defRPr>
            </a:lvl1pPr>
          </a:lstStyle>
          <a:p>
            <a:pPr indent="0" algn="r">
              <a:lnSpc>
                <a:spcPct val="100000"/>
              </a:lnSpc>
              <a:buNone/>
              <a:tabLst>
                <a:tab algn="l" pos="0"/>
              </a:tabLst>
            </a:pPr>
            <a:fld id="{3CA57368-6D40-44AA-8E91-FC39A7DAF150}"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30" name="PlaceHolder 1"/>
          <p:cNvSpPr>
            <a:spLocks noGrp="1"/>
          </p:cNvSpPr>
          <p:nvPr>
            <p:ph type="dt" idx="16"/>
          </p:nvPr>
        </p:nvSpPr>
        <p:spPr>
          <a:xfrm>
            <a:off x="45720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200" strike="noStrike" u="none">
                <a:solidFill>
                  <a:schemeClr val="dk1">
                    <a:tint val="75000"/>
                  </a:schemeClr>
                </a:solidFill>
                <a:effectLst/>
                <a:uFillTx/>
                <a:latin typeface="Calibri"/>
              </a:defRPr>
            </a:lvl1pPr>
          </a:lstStyle>
          <a:p>
            <a:pPr indent="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31" name="PlaceHolder 2"/>
          <p:cNvSpPr>
            <a:spLocks noGrp="1"/>
          </p:cNvSpPr>
          <p:nvPr>
            <p:ph type="ftr" idx="17"/>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&lt;footer&gt;</a:t>
            </a:r>
            <a:endParaRPr b="0" lang="en-US" sz="1200" strike="noStrike" u="none">
              <a:solidFill>
                <a:srgbClr val="000000"/>
              </a:solidFill>
              <a:effectLst/>
              <a:uFillTx/>
              <a:latin typeface="Times New Roman"/>
            </a:endParaRPr>
          </a:p>
        </p:txBody>
      </p:sp>
      <p:sp>
        <p:nvSpPr>
          <p:cNvPr id="32" name="PlaceHolder 3"/>
          <p:cNvSpPr>
            <a:spLocks noGrp="1"/>
          </p:cNvSpPr>
          <p:nvPr>
            <p:ph type="sldNum" idx="18"/>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chemeClr val="dk1">
                    <a:tint val="75000"/>
                  </a:schemeClr>
                </a:solidFill>
                <a:effectLst/>
                <a:uFillTx/>
                <a:latin typeface="Calibri"/>
              </a:defRPr>
            </a:lvl1pPr>
          </a:lstStyle>
          <a:p>
            <a:pPr indent="0" algn="r">
              <a:lnSpc>
                <a:spcPct val="100000"/>
              </a:lnSpc>
              <a:buNone/>
              <a:tabLst>
                <a:tab algn="l" pos="0"/>
              </a:tabLst>
            </a:pPr>
            <a:fld id="{92BBF7F5-2FF4-419D-BB11-DA89A535315F}"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chemeClr val="l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457200" y="272880"/>
            <a:ext cx="3007080" cy="1161000"/>
          </a:xfrm>
          <a:prstGeom prst="rect">
            <a:avLst/>
          </a:prstGeom>
          <a:noFill/>
          <a:ln w="0">
            <a:noFill/>
          </a:ln>
        </p:spPr>
        <p:txBody>
          <a:bodyPr numCol="1" spcCol="0" lIns="91440" rIns="91440" tIns="45720" bIns="45720" anchor="b">
            <a:noAutofit/>
          </a:bodyPr>
          <a:p>
            <a:pPr indent="0">
              <a:lnSpc>
                <a:spcPct val="100000"/>
              </a:lnSpc>
              <a:buNone/>
              <a:tabLst>
                <a:tab algn="l" pos="0"/>
              </a:tabLst>
            </a:pPr>
            <a:r>
              <a:rPr b="1" lang="en-US" sz="2000" strike="noStrike" u="none">
                <a:solidFill>
                  <a:schemeClr val="hlink"/>
                </a:solidFill>
                <a:effectLst/>
                <a:uFillTx/>
                <a:latin typeface="Calibri"/>
              </a:rPr>
              <a:t>Click to edit Master title style</a:t>
            </a:r>
            <a:endParaRPr b="0" lang="en-US" sz="2000" strike="noStrike" u="none">
              <a:solidFill>
                <a:srgbClr val="000000"/>
              </a:solidFill>
              <a:effectLst/>
              <a:uFillTx/>
              <a:latin typeface="Arial"/>
            </a:endParaRPr>
          </a:p>
        </p:txBody>
      </p:sp>
      <p:sp>
        <p:nvSpPr>
          <p:cNvPr id="34" name="PlaceHolder 2"/>
          <p:cNvSpPr>
            <a:spLocks noGrp="1"/>
          </p:cNvSpPr>
          <p:nvPr>
            <p:ph type="body"/>
          </p:nvPr>
        </p:nvSpPr>
        <p:spPr>
          <a:xfrm>
            <a:off x="3575160" y="272880"/>
            <a:ext cx="5110560" cy="5852160"/>
          </a:xfrm>
          <a:prstGeom prst="rect">
            <a:avLst/>
          </a:prstGeom>
          <a:noFill/>
          <a:ln w="0">
            <a:noFill/>
          </a:ln>
        </p:spPr>
        <p:txBody>
          <a:bodyPr numCol="1" spcCol="0" lIns="91440" rIns="91440" tIns="45720" bIns="45720" anchor="t">
            <a:noAutofit/>
          </a:bodyPr>
          <a:p>
            <a:pPr marL="343080" indent="-343080">
              <a:lnSpc>
                <a:spcPct val="100000"/>
              </a:lnSpc>
              <a:spcBef>
                <a:spcPts val="641"/>
              </a:spcBef>
              <a:buClr>
                <a:srgbClr val="0000ff"/>
              </a:buClr>
              <a:buFont typeface="Wingdings" charset="2"/>
              <a:buChar char=""/>
            </a:pPr>
            <a:r>
              <a:rPr b="0" lang="en-US" sz="3200" strike="noStrike" u="none">
                <a:solidFill>
                  <a:schemeClr val="dk1"/>
                </a:solidFill>
                <a:effectLst/>
                <a:uFillTx/>
                <a:latin typeface="Calibri"/>
              </a:rPr>
              <a:t>Click to edit Master text styles</a:t>
            </a:r>
            <a:endParaRPr b="0" lang="en-US" sz="3200" strike="noStrike" u="none">
              <a:solidFill>
                <a:srgbClr val="000000"/>
              </a:solidFill>
              <a:effectLst/>
              <a:uFillTx/>
              <a:latin typeface="Arial"/>
            </a:endParaRPr>
          </a:p>
          <a:p>
            <a:pPr lvl="1" marL="743040" indent="-285840">
              <a:lnSpc>
                <a:spcPct val="100000"/>
              </a:lnSpc>
              <a:spcBef>
                <a:spcPts val="561"/>
              </a:spcBef>
              <a:buClr>
                <a:srgbClr val="ff0000"/>
              </a:buClr>
              <a:buFont typeface="Wingdings" charset="2"/>
              <a:buChar char=""/>
            </a:pPr>
            <a:r>
              <a:rPr b="0" lang="en-US" sz="2800" strike="noStrike" u="none">
                <a:solidFill>
                  <a:schemeClr val="dk1"/>
                </a:solidFill>
                <a:effectLst/>
                <a:uFillTx/>
                <a:latin typeface="Calibri"/>
              </a:rPr>
              <a:t>Second level</a:t>
            </a:r>
            <a:endParaRPr b="0" lang="en-US" sz="2800" strike="noStrike" u="none">
              <a:solidFill>
                <a:srgbClr val="000000"/>
              </a:solidFill>
              <a:effectLst/>
              <a:uFillTx/>
              <a:latin typeface="Arial"/>
            </a:endParaRPr>
          </a:p>
          <a:p>
            <a:pPr lvl="2" marL="1143000" indent="-228600">
              <a:lnSpc>
                <a:spcPct val="100000"/>
              </a:lnSpc>
              <a:spcBef>
                <a:spcPts val="479"/>
              </a:spcBef>
              <a:buClr>
                <a:srgbClr val="00cc00"/>
              </a:buClr>
              <a:buFont typeface="Wingdings" charset="2"/>
              <a:buChar char=""/>
            </a:pPr>
            <a:r>
              <a:rPr b="0" lang="en-US" sz="2400" strike="noStrike" u="none">
                <a:solidFill>
                  <a:schemeClr val="dk1"/>
                </a:solidFill>
                <a:effectLst/>
                <a:uFillTx/>
                <a:latin typeface="Calibri"/>
              </a:rPr>
              <a:t>Third level</a:t>
            </a:r>
            <a:endParaRPr b="0" lang="en-US" sz="2400" strike="noStrike" u="none">
              <a:solidFill>
                <a:srgbClr val="000000"/>
              </a:solidFill>
              <a:effectLst/>
              <a:uFillTx/>
              <a:latin typeface="Arial"/>
            </a:endParaRPr>
          </a:p>
          <a:p>
            <a:pPr lvl="3" marL="16002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000000"/>
              </a:solidFill>
              <a:effectLst/>
              <a:uFillTx/>
              <a:latin typeface="Arial"/>
            </a:endParaRPr>
          </a:p>
          <a:p>
            <a:pPr lvl="4" marL="20574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000000"/>
              </a:solidFill>
              <a:effectLst/>
              <a:uFillTx/>
              <a:latin typeface="Arial"/>
            </a:endParaRPr>
          </a:p>
        </p:txBody>
      </p:sp>
      <p:sp>
        <p:nvSpPr>
          <p:cNvPr id="35" name="PlaceHolder 3"/>
          <p:cNvSpPr>
            <a:spLocks noGrp="1"/>
          </p:cNvSpPr>
          <p:nvPr>
            <p:ph type="body"/>
          </p:nvPr>
        </p:nvSpPr>
        <p:spPr>
          <a:xfrm>
            <a:off x="457200" y="1434960"/>
            <a:ext cx="3007080" cy="4690080"/>
          </a:xfrm>
          <a:prstGeom prst="rect">
            <a:avLst/>
          </a:prstGeom>
          <a:noFill/>
          <a:ln w="0">
            <a:noFill/>
          </a:ln>
        </p:spPr>
        <p:txBody>
          <a:bodyPr numCol="1" spcCol="0" lIns="91440" rIns="91440" tIns="45720" bIns="45720" anchor="t">
            <a:noAutofit/>
          </a:bodyPr>
          <a:p>
            <a:pPr indent="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rgbClr val="000000"/>
              </a:solidFill>
              <a:effectLst/>
              <a:uFillTx/>
              <a:latin typeface="Arial"/>
            </a:endParaRPr>
          </a:p>
        </p:txBody>
      </p:sp>
      <p:sp>
        <p:nvSpPr>
          <p:cNvPr id="36" name="PlaceHolder 4"/>
          <p:cNvSpPr>
            <a:spLocks noGrp="1"/>
          </p:cNvSpPr>
          <p:nvPr>
            <p:ph type="dt" idx="19"/>
          </p:nvPr>
        </p:nvSpPr>
        <p:spPr>
          <a:xfrm>
            <a:off x="45720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200" strike="noStrike" u="none">
                <a:solidFill>
                  <a:schemeClr val="dk1">
                    <a:tint val="75000"/>
                  </a:schemeClr>
                </a:solidFill>
                <a:effectLst/>
                <a:uFillTx/>
                <a:latin typeface="Calibri"/>
              </a:defRPr>
            </a:lvl1pPr>
          </a:lstStyle>
          <a:p>
            <a:pPr indent="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37" name="PlaceHolder 5"/>
          <p:cNvSpPr>
            <a:spLocks noGrp="1"/>
          </p:cNvSpPr>
          <p:nvPr>
            <p:ph type="ftr" idx="20"/>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&lt;footer&gt;</a:t>
            </a:r>
            <a:endParaRPr b="0" lang="en-US" sz="1200" strike="noStrike" u="none">
              <a:solidFill>
                <a:srgbClr val="000000"/>
              </a:solidFill>
              <a:effectLst/>
              <a:uFillTx/>
              <a:latin typeface="Times New Roman"/>
            </a:endParaRPr>
          </a:p>
        </p:txBody>
      </p:sp>
      <p:sp>
        <p:nvSpPr>
          <p:cNvPr id="38" name="PlaceHolder 6"/>
          <p:cNvSpPr>
            <a:spLocks noGrp="1"/>
          </p:cNvSpPr>
          <p:nvPr>
            <p:ph type="sldNum" idx="21"/>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chemeClr val="dk1">
                    <a:tint val="75000"/>
                  </a:schemeClr>
                </a:solidFill>
                <a:effectLst/>
                <a:uFillTx/>
                <a:latin typeface="Calibri"/>
              </a:defRPr>
            </a:lvl1pPr>
          </a:lstStyle>
          <a:p>
            <a:pPr indent="0" algn="r">
              <a:lnSpc>
                <a:spcPct val="100000"/>
              </a:lnSpc>
              <a:buNone/>
              <a:tabLst>
                <a:tab algn="l" pos="0"/>
              </a:tabLst>
            </a:pPr>
            <a:fld id="{584F9121-F036-4FAD-8ADB-CA84901A0609}"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1792440" y="4800600"/>
            <a:ext cx="5485320" cy="565560"/>
          </a:xfrm>
          <a:prstGeom prst="rect">
            <a:avLst/>
          </a:prstGeom>
          <a:noFill/>
          <a:ln w="0">
            <a:noFill/>
          </a:ln>
        </p:spPr>
        <p:txBody>
          <a:bodyPr numCol="1" spcCol="0" lIns="91440" rIns="91440" tIns="45720" bIns="45720" anchor="b">
            <a:noAutofit/>
          </a:bodyPr>
          <a:p>
            <a:pPr indent="0">
              <a:lnSpc>
                <a:spcPct val="100000"/>
              </a:lnSpc>
              <a:buNone/>
              <a:tabLst>
                <a:tab algn="l" pos="0"/>
              </a:tabLst>
            </a:pPr>
            <a:r>
              <a:rPr b="1" lang="en-US" sz="2000" strike="noStrike" u="none">
                <a:solidFill>
                  <a:schemeClr val="hlink"/>
                </a:solidFill>
                <a:effectLst/>
                <a:uFillTx/>
                <a:latin typeface="Calibri"/>
              </a:rPr>
              <a:t>Click to edit Master title style</a:t>
            </a:r>
            <a:endParaRPr b="0" lang="en-US" sz="2000" strike="noStrike" u="none">
              <a:solidFill>
                <a:srgbClr val="000000"/>
              </a:solidFill>
              <a:effectLst/>
              <a:uFillTx/>
              <a:latin typeface="Arial"/>
            </a:endParaRPr>
          </a:p>
        </p:txBody>
      </p:sp>
      <p:sp>
        <p:nvSpPr>
          <p:cNvPr id="40" name="PlaceHolder 2"/>
          <p:cNvSpPr>
            <a:spLocks noGrp="1"/>
          </p:cNvSpPr>
          <p:nvPr>
            <p:ph type="body"/>
          </p:nvPr>
        </p:nvSpPr>
        <p:spPr>
          <a:xfrm>
            <a:off x="1792440" y="612720"/>
            <a:ext cx="5485320" cy="4113720"/>
          </a:xfrm>
          <a:prstGeom prst="rect">
            <a:avLst/>
          </a:prstGeom>
          <a:noFill/>
          <a:ln w="0">
            <a:noFill/>
          </a:ln>
        </p:spPr>
        <p:txBody>
          <a:bodyPr lIns="90000" rIns="90000" tIns="45000" bIns="45000" anchor="t">
            <a:normAutofit fontScale="85000" lnSpcReduction="9999"/>
          </a:bodyPr>
          <a:p>
            <a:pPr marL="432000" indent="-324000">
              <a:lnSpc>
                <a:spcPct val="100000"/>
              </a:lnSpc>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3200" strike="noStrike" u="none">
                <a:solidFill>
                  <a:schemeClr val="dk1"/>
                </a:solidFill>
                <a:effectLst/>
                <a:uFillTx/>
                <a:latin typeface="Calibri"/>
              </a:rPr>
              <a:t>Second Outline Level</a:t>
            </a:r>
            <a:endParaRPr b="0" lang="en-US" sz="32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3200" strike="noStrike" u="none">
                <a:solidFill>
                  <a:schemeClr val="dk1"/>
                </a:solidFill>
                <a:effectLst/>
                <a:uFillTx/>
                <a:latin typeface="Calibri"/>
              </a:rPr>
              <a:t>Third Outline Level</a:t>
            </a:r>
            <a:endParaRPr b="0" lang="en-US" sz="32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3200" strike="noStrike" u="none">
                <a:solidFill>
                  <a:schemeClr val="dk1"/>
                </a:solidFill>
                <a:effectLst/>
                <a:uFillTx/>
                <a:latin typeface="Calibri"/>
              </a:rPr>
              <a:t>Fourth Outline Level</a:t>
            </a:r>
            <a:endParaRPr b="0" lang="en-US" sz="32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Fifth Outline Level</a:t>
            </a:r>
            <a:endParaRPr b="0" lang="en-US" sz="32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Sixth Outline Level</a:t>
            </a:r>
            <a:endParaRPr b="0" lang="en-US" sz="32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3200" strike="noStrike" u="none">
                <a:solidFill>
                  <a:schemeClr val="dk1"/>
                </a:solidFill>
                <a:effectLst/>
                <a:uFillTx/>
                <a:latin typeface="Calibri"/>
              </a:rPr>
              <a:t>Seventh Outline Level</a:t>
            </a:r>
            <a:endParaRPr b="0" lang="en-US" sz="3200" strike="noStrike" u="none">
              <a:solidFill>
                <a:srgbClr val="000000"/>
              </a:solidFill>
              <a:effectLst/>
              <a:uFillTx/>
              <a:latin typeface="Arial"/>
            </a:endParaRPr>
          </a:p>
        </p:txBody>
      </p:sp>
      <p:sp>
        <p:nvSpPr>
          <p:cNvPr id="41" name="PlaceHolder 3"/>
          <p:cNvSpPr>
            <a:spLocks noGrp="1"/>
          </p:cNvSpPr>
          <p:nvPr>
            <p:ph type="body"/>
          </p:nvPr>
        </p:nvSpPr>
        <p:spPr>
          <a:xfrm>
            <a:off x="1792440" y="5367240"/>
            <a:ext cx="5485320" cy="803880"/>
          </a:xfrm>
          <a:prstGeom prst="rect">
            <a:avLst/>
          </a:prstGeom>
          <a:noFill/>
          <a:ln w="0">
            <a:noFill/>
          </a:ln>
        </p:spPr>
        <p:txBody>
          <a:bodyPr numCol="1" spcCol="0" lIns="91440" rIns="91440" tIns="45720" bIns="45720" anchor="t">
            <a:noAutofit/>
          </a:bodyPr>
          <a:p>
            <a:pPr indent="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rgbClr val="000000"/>
              </a:solidFill>
              <a:effectLst/>
              <a:uFillTx/>
              <a:latin typeface="Arial"/>
            </a:endParaRPr>
          </a:p>
        </p:txBody>
      </p:sp>
      <p:sp>
        <p:nvSpPr>
          <p:cNvPr id="42" name="PlaceHolder 4"/>
          <p:cNvSpPr>
            <a:spLocks noGrp="1"/>
          </p:cNvSpPr>
          <p:nvPr>
            <p:ph type="dt" idx="22"/>
          </p:nvPr>
        </p:nvSpPr>
        <p:spPr>
          <a:xfrm>
            <a:off x="45720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200" strike="noStrike" u="none">
                <a:solidFill>
                  <a:schemeClr val="dk1">
                    <a:tint val="75000"/>
                  </a:schemeClr>
                </a:solidFill>
                <a:effectLst/>
                <a:uFillTx/>
                <a:latin typeface="Calibri"/>
              </a:defRPr>
            </a:lvl1pPr>
          </a:lstStyle>
          <a:p>
            <a:pPr indent="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43" name="PlaceHolder 5"/>
          <p:cNvSpPr>
            <a:spLocks noGrp="1"/>
          </p:cNvSpPr>
          <p:nvPr>
            <p:ph type="ftr" idx="23"/>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&lt;footer&gt;</a:t>
            </a:r>
            <a:endParaRPr b="0" lang="en-US" sz="1200" strike="noStrike" u="none">
              <a:solidFill>
                <a:srgbClr val="000000"/>
              </a:solidFill>
              <a:effectLst/>
              <a:uFillTx/>
              <a:latin typeface="Times New Roman"/>
            </a:endParaRPr>
          </a:p>
        </p:txBody>
      </p:sp>
      <p:sp>
        <p:nvSpPr>
          <p:cNvPr id="44" name="PlaceHolder 6"/>
          <p:cNvSpPr>
            <a:spLocks noGrp="1"/>
          </p:cNvSpPr>
          <p:nvPr>
            <p:ph type="sldNum" idx="24"/>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chemeClr val="dk1">
                    <a:tint val="75000"/>
                  </a:schemeClr>
                </a:solidFill>
                <a:effectLst/>
                <a:uFillTx/>
                <a:latin typeface="Calibri"/>
              </a:defRPr>
            </a:lvl1pPr>
          </a:lstStyle>
          <a:p>
            <a:pPr indent="0" algn="r">
              <a:lnSpc>
                <a:spcPct val="100000"/>
              </a:lnSpc>
              <a:buNone/>
              <a:tabLst>
                <a:tab algn="l" pos="0"/>
              </a:tabLst>
            </a:pPr>
            <a:fld id="{FE798BE9-6E5D-419C-9B4D-AC5290766AA5}"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chemeClr val="lt1"/>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685800" y="2130480"/>
            <a:ext cx="7771320" cy="146880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0" lang="en-US" sz="3600" strike="noStrike" u="none">
                <a:solidFill>
                  <a:schemeClr val="hlink"/>
                </a:solidFill>
                <a:effectLst/>
                <a:uFillTx/>
                <a:latin typeface="Calibri"/>
              </a:rPr>
              <a:t>Click to edit Master title style</a:t>
            </a:r>
            <a:endParaRPr b="0" lang="en-US" sz="3600" strike="noStrike" u="none">
              <a:solidFill>
                <a:srgbClr val="000000"/>
              </a:solidFill>
              <a:effectLst/>
              <a:uFillTx/>
              <a:latin typeface="Arial"/>
            </a:endParaRPr>
          </a:p>
        </p:txBody>
      </p:sp>
      <p:sp>
        <p:nvSpPr>
          <p:cNvPr id="46" name="PlaceHolder 2"/>
          <p:cNvSpPr>
            <a:spLocks noGrp="1"/>
          </p:cNvSpPr>
          <p:nvPr>
            <p:ph type="dt" idx="25"/>
          </p:nvPr>
        </p:nvSpPr>
        <p:spPr>
          <a:xfrm>
            <a:off x="45720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200" strike="noStrike" u="none">
                <a:solidFill>
                  <a:schemeClr val="dk1">
                    <a:tint val="75000"/>
                  </a:schemeClr>
                </a:solidFill>
                <a:effectLst/>
                <a:uFillTx/>
                <a:latin typeface="Calibri"/>
              </a:defRPr>
            </a:lvl1pPr>
          </a:lstStyle>
          <a:p>
            <a:pPr indent="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47" name="PlaceHolder 3"/>
          <p:cNvSpPr>
            <a:spLocks noGrp="1"/>
          </p:cNvSpPr>
          <p:nvPr>
            <p:ph type="ftr" idx="26"/>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&lt;footer&gt;</a:t>
            </a:r>
            <a:endParaRPr b="0" lang="en-US" sz="1200" strike="noStrike" u="none">
              <a:solidFill>
                <a:srgbClr val="000000"/>
              </a:solidFill>
              <a:effectLst/>
              <a:uFillTx/>
              <a:latin typeface="Times New Roman"/>
            </a:endParaRPr>
          </a:p>
        </p:txBody>
      </p:sp>
      <p:sp>
        <p:nvSpPr>
          <p:cNvPr id="48" name="PlaceHolder 4"/>
          <p:cNvSpPr>
            <a:spLocks noGrp="1"/>
          </p:cNvSpPr>
          <p:nvPr>
            <p:ph type="sldNum" idx="27"/>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chemeClr val="dk1">
                    <a:tint val="75000"/>
                  </a:schemeClr>
                </a:solidFill>
                <a:effectLst/>
                <a:uFillTx/>
                <a:latin typeface="Calibri"/>
              </a:defRPr>
            </a:lvl1pPr>
          </a:lstStyle>
          <a:p>
            <a:pPr indent="0" algn="r">
              <a:lnSpc>
                <a:spcPct val="100000"/>
              </a:lnSpc>
              <a:buNone/>
              <a:tabLst>
                <a:tab algn="l" pos="0"/>
              </a:tabLst>
            </a:pPr>
            <a:fld id="{4AFE7B48-A6DE-4D5E-92C4-0DB1C740313D}"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
        <p:nvSpPr>
          <p:cNvPr id="49" name="PlaceHolder 5"/>
          <p:cNvSpPr>
            <a:spLocks noGrp="1"/>
          </p:cNvSpPr>
          <p:nvPr>
            <p:ph type="body"/>
          </p:nvPr>
        </p:nvSpPr>
        <p:spPr>
          <a:xfrm>
            <a:off x="457200" y="1604520"/>
            <a:ext cx="822852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2800" strike="noStrike" u="none">
                <a:solidFill>
                  <a:schemeClr val="dk1"/>
                </a:solidFill>
                <a:effectLst/>
                <a:uFillTx/>
                <a:latin typeface="Calibri"/>
              </a:rPr>
              <a:t>Click to edit the outline text format</a:t>
            </a:r>
            <a:endParaRPr b="0" lang="en-US" sz="2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000" strike="noStrike" u="none">
                <a:solidFill>
                  <a:schemeClr val="dk1"/>
                </a:solidFill>
                <a:effectLst/>
                <a:uFillTx/>
                <a:latin typeface="Calibri"/>
              </a:rPr>
              <a:t>Second Outline Level</a:t>
            </a:r>
            <a:endParaRPr b="0" lang="en-US" sz="20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4680"/>
            <a:ext cx="8228520" cy="6386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0" lang="en-US" sz="3600" strike="noStrike" u="none">
                <a:solidFill>
                  <a:schemeClr val="hlink"/>
                </a:solidFill>
                <a:effectLst/>
                <a:uFillTx/>
                <a:latin typeface="Calibri"/>
              </a:rPr>
              <a:t>Click to edit Master title style</a:t>
            </a:r>
            <a:endParaRPr b="0" lang="en-US" sz="3600" strike="noStrike" u="none">
              <a:solidFill>
                <a:srgbClr val="000000"/>
              </a:solidFill>
              <a:effectLst/>
              <a:uFillTx/>
              <a:latin typeface="Arial"/>
            </a:endParaRPr>
          </a:p>
        </p:txBody>
      </p:sp>
      <p:sp>
        <p:nvSpPr>
          <p:cNvPr id="51" name="PlaceHolder 2"/>
          <p:cNvSpPr>
            <a:spLocks noGrp="1"/>
          </p:cNvSpPr>
          <p:nvPr>
            <p:ph type="body"/>
          </p:nvPr>
        </p:nvSpPr>
        <p:spPr>
          <a:xfrm>
            <a:off x="457200" y="990720"/>
            <a:ext cx="8228520" cy="5180400"/>
          </a:xfrm>
          <a:prstGeom prst="rect">
            <a:avLst/>
          </a:prstGeom>
          <a:noFill/>
          <a:ln w="0">
            <a:noFill/>
          </a:ln>
        </p:spPr>
        <p:txBody>
          <a:bodyPr numCol="1" spcCol="0" lIns="91440" rIns="91440" tIns="45720" bIns="45720" anchor="t" vert="eaVert">
            <a:noAutofit/>
          </a:bodyPr>
          <a:p>
            <a:pPr marL="343080" indent="-343080">
              <a:lnSpc>
                <a:spcPct val="100000"/>
              </a:lnSpc>
              <a:spcBef>
                <a:spcPts val="561"/>
              </a:spcBef>
              <a:buClr>
                <a:srgbClr val="0000ff"/>
              </a:buClr>
              <a:buFont typeface="Wingdings" charset="2"/>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743040" indent="-285840">
              <a:lnSpc>
                <a:spcPct val="100000"/>
              </a:lnSpc>
              <a:spcBef>
                <a:spcPts val="479"/>
              </a:spcBef>
              <a:buClr>
                <a:srgbClr val="ff0000"/>
              </a:buClr>
              <a:buFont typeface="Wingdings" charset="2"/>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100000"/>
              </a:lnSpc>
              <a:spcBef>
                <a:spcPts val="400"/>
              </a:spcBef>
              <a:buClr>
                <a:srgbClr val="00cc00"/>
              </a:buClr>
              <a:buFont typeface="Wingdings" charset="2"/>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000000"/>
              </a:solidFill>
              <a:effectLst/>
              <a:uFillTx/>
              <a:latin typeface="Arial"/>
            </a:endParaRPr>
          </a:p>
          <a:p>
            <a:pPr lvl="4" marL="20574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000000"/>
              </a:solidFill>
              <a:effectLst/>
              <a:uFillTx/>
              <a:latin typeface="Arial"/>
            </a:endParaRPr>
          </a:p>
        </p:txBody>
      </p:sp>
      <p:sp>
        <p:nvSpPr>
          <p:cNvPr id="52" name="PlaceHolder 3"/>
          <p:cNvSpPr>
            <a:spLocks noGrp="1"/>
          </p:cNvSpPr>
          <p:nvPr>
            <p:ph type="dt" idx="28"/>
          </p:nvPr>
        </p:nvSpPr>
        <p:spPr>
          <a:xfrm>
            <a:off x="45720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200" strike="noStrike" u="none">
                <a:solidFill>
                  <a:schemeClr val="dk1">
                    <a:tint val="75000"/>
                  </a:schemeClr>
                </a:solidFill>
                <a:effectLst/>
                <a:uFillTx/>
                <a:latin typeface="Calibri"/>
              </a:defRPr>
            </a:lvl1pPr>
          </a:lstStyle>
          <a:p>
            <a:pPr indent="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3" name="PlaceHolder 4"/>
          <p:cNvSpPr>
            <a:spLocks noGrp="1"/>
          </p:cNvSpPr>
          <p:nvPr>
            <p:ph type="ftr" idx="29"/>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&lt;footer&gt;</a:t>
            </a:r>
            <a:endParaRPr b="0" lang="en-US" sz="1200" strike="noStrike" u="none">
              <a:solidFill>
                <a:srgbClr val="000000"/>
              </a:solidFill>
              <a:effectLst/>
              <a:uFillTx/>
              <a:latin typeface="Times New Roman"/>
            </a:endParaRPr>
          </a:p>
        </p:txBody>
      </p:sp>
      <p:sp>
        <p:nvSpPr>
          <p:cNvPr id="54" name="PlaceHolder 5"/>
          <p:cNvSpPr>
            <a:spLocks noGrp="1"/>
          </p:cNvSpPr>
          <p:nvPr>
            <p:ph type="sldNum" idx="30"/>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chemeClr val="dk1">
                    <a:tint val="75000"/>
                  </a:schemeClr>
                </a:solidFill>
                <a:effectLst/>
                <a:uFillTx/>
                <a:latin typeface="Calibri"/>
              </a:defRPr>
            </a:lvl1pPr>
          </a:lstStyle>
          <a:p>
            <a:pPr indent="0" algn="r">
              <a:lnSpc>
                <a:spcPct val="100000"/>
              </a:lnSpc>
              <a:buNone/>
              <a:tabLst>
                <a:tab algn="l" pos="0"/>
              </a:tabLst>
            </a:pPr>
            <a:fld id="{7BFDCD6D-6381-447C-9BD0-DFA3CB82BF60}"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chemeClr val="lt1"/>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6629400" y="274680"/>
            <a:ext cx="2056320" cy="5850360"/>
          </a:xfrm>
          <a:prstGeom prst="rect">
            <a:avLst/>
          </a:prstGeom>
          <a:noFill/>
          <a:ln w="0">
            <a:noFill/>
          </a:ln>
        </p:spPr>
        <p:txBody>
          <a:bodyPr numCol="1" spcCol="0" lIns="91440" rIns="91440" tIns="45720" bIns="45720" anchor="ctr" vert="eaVert">
            <a:noAutofit/>
          </a:bodyPr>
          <a:p>
            <a:pPr indent="0" algn="ctr">
              <a:lnSpc>
                <a:spcPct val="100000"/>
              </a:lnSpc>
              <a:buNone/>
              <a:tabLst>
                <a:tab algn="l" pos="0"/>
              </a:tabLst>
            </a:pPr>
            <a:r>
              <a:rPr b="0" lang="en-US" sz="3600" strike="noStrike" u="none">
                <a:solidFill>
                  <a:schemeClr val="hlink"/>
                </a:solidFill>
                <a:effectLst/>
                <a:uFillTx/>
                <a:latin typeface="Calibri"/>
              </a:rPr>
              <a:t>Click to edit Master title style</a:t>
            </a:r>
            <a:endParaRPr b="0" lang="en-US" sz="3600" strike="noStrike" u="none">
              <a:solidFill>
                <a:srgbClr val="000000"/>
              </a:solidFill>
              <a:effectLst/>
              <a:uFillTx/>
              <a:latin typeface="Arial"/>
            </a:endParaRPr>
          </a:p>
        </p:txBody>
      </p:sp>
      <p:sp>
        <p:nvSpPr>
          <p:cNvPr id="56" name="PlaceHolder 2"/>
          <p:cNvSpPr>
            <a:spLocks noGrp="1"/>
          </p:cNvSpPr>
          <p:nvPr>
            <p:ph type="body"/>
          </p:nvPr>
        </p:nvSpPr>
        <p:spPr>
          <a:xfrm>
            <a:off x="457200" y="274680"/>
            <a:ext cx="6018840" cy="5850360"/>
          </a:xfrm>
          <a:prstGeom prst="rect">
            <a:avLst/>
          </a:prstGeom>
          <a:noFill/>
          <a:ln w="0">
            <a:noFill/>
          </a:ln>
        </p:spPr>
        <p:txBody>
          <a:bodyPr numCol="1" spcCol="0" lIns="91440" rIns="91440" tIns="45720" bIns="45720" anchor="t" vert="eaVert">
            <a:noAutofit/>
          </a:bodyPr>
          <a:p>
            <a:pPr marL="343080" indent="-343080">
              <a:lnSpc>
                <a:spcPct val="100000"/>
              </a:lnSpc>
              <a:spcBef>
                <a:spcPts val="561"/>
              </a:spcBef>
              <a:buClr>
                <a:srgbClr val="0000ff"/>
              </a:buClr>
              <a:buFont typeface="Wingdings" charset="2"/>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743040" indent="-285840">
              <a:lnSpc>
                <a:spcPct val="100000"/>
              </a:lnSpc>
              <a:spcBef>
                <a:spcPts val="479"/>
              </a:spcBef>
              <a:buClr>
                <a:srgbClr val="ff0000"/>
              </a:buClr>
              <a:buFont typeface="Wingdings" charset="2"/>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100000"/>
              </a:lnSpc>
              <a:spcBef>
                <a:spcPts val="400"/>
              </a:spcBef>
              <a:buClr>
                <a:srgbClr val="00cc00"/>
              </a:buClr>
              <a:buFont typeface="Wingdings" charset="2"/>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000000"/>
              </a:solidFill>
              <a:effectLst/>
              <a:uFillTx/>
              <a:latin typeface="Arial"/>
            </a:endParaRPr>
          </a:p>
          <a:p>
            <a:pPr lvl="4" marL="20574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000000"/>
              </a:solidFill>
              <a:effectLst/>
              <a:uFillTx/>
              <a:latin typeface="Arial"/>
            </a:endParaRPr>
          </a:p>
        </p:txBody>
      </p:sp>
      <p:sp>
        <p:nvSpPr>
          <p:cNvPr id="57" name="PlaceHolder 3"/>
          <p:cNvSpPr>
            <a:spLocks noGrp="1"/>
          </p:cNvSpPr>
          <p:nvPr>
            <p:ph type="dt" idx="31"/>
          </p:nvPr>
        </p:nvSpPr>
        <p:spPr>
          <a:xfrm>
            <a:off x="45720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200" strike="noStrike" u="none">
                <a:solidFill>
                  <a:schemeClr val="dk1">
                    <a:tint val="75000"/>
                  </a:schemeClr>
                </a:solidFill>
                <a:effectLst/>
                <a:uFillTx/>
                <a:latin typeface="Calibri"/>
              </a:defRPr>
            </a:lvl1pPr>
          </a:lstStyle>
          <a:p>
            <a:pPr indent="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58" name="PlaceHolder 4"/>
          <p:cNvSpPr>
            <a:spLocks noGrp="1"/>
          </p:cNvSpPr>
          <p:nvPr>
            <p:ph type="ftr" idx="32"/>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&lt;footer&gt;</a:t>
            </a:r>
            <a:endParaRPr b="0" lang="en-US" sz="1200" strike="noStrike" u="none">
              <a:solidFill>
                <a:srgbClr val="000000"/>
              </a:solidFill>
              <a:effectLst/>
              <a:uFillTx/>
              <a:latin typeface="Times New Roman"/>
            </a:endParaRPr>
          </a:p>
        </p:txBody>
      </p:sp>
      <p:sp>
        <p:nvSpPr>
          <p:cNvPr id="59" name="PlaceHolder 5"/>
          <p:cNvSpPr>
            <a:spLocks noGrp="1"/>
          </p:cNvSpPr>
          <p:nvPr>
            <p:ph type="sldNum" idx="33"/>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chemeClr val="dk1">
                    <a:tint val="75000"/>
                  </a:schemeClr>
                </a:solidFill>
                <a:effectLst/>
                <a:uFillTx/>
                <a:latin typeface="Calibri"/>
              </a:defRPr>
            </a:lvl1pPr>
          </a:lstStyle>
          <a:p>
            <a:pPr indent="0" algn="r">
              <a:lnSpc>
                <a:spcPct val="100000"/>
              </a:lnSpc>
              <a:buNone/>
              <a:tabLst>
                <a:tab algn="l" pos="0"/>
              </a:tabLst>
            </a:pPr>
            <a:fld id="{268FF5A7-77F2-4EC4-9BEF-3829D7354A8E}"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and 4 Content">
    <p:bg>
      <p:bgPr>
        <a:solidFill>
          <a:schemeClr val="lt1"/>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74680"/>
            <a:ext cx="8228520" cy="63864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r>
              <a:rPr b="0" lang="en-US" sz="3600" strike="noStrike" u="none">
                <a:solidFill>
                  <a:schemeClr val="hlink"/>
                </a:solidFill>
                <a:effectLst/>
                <a:uFillTx/>
                <a:latin typeface="Calibri"/>
              </a:rPr>
              <a:t>Click to edit Master title style</a:t>
            </a:r>
            <a:endParaRPr b="0" lang="en-US" sz="3600" strike="noStrike" u="none">
              <a:solidFill>
                <a:srgbClr val="000000"/>
              </a:solidFill>
              <a:effectLst/>
              <a:uFillTx/>
              <a:latin typeface="Arial"/>
            </a:endParaRPr>
          </a:p>
        </p:txBody>
      </p:sp>
      <p:sp>
        <p:nvSpPr>
          <p:cNvPr id="61" name="PlaceHolder 2"/>
          <p:cNvSpPr>
            <a:spLocks noGrp="1"/>
          </p:cNvSpPr>
          <p:nvPr>
            <p:ph type="body"/>
          </p:nvPr>
        </p:nvSpPr>
        <p:spPr>
          <a:xfrm>
            <a:off x="457200" y="990720"/>
            <a:ext cx="4037400" cy="251352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00ff"/>
              </a:buClr>
              <a:buFont typeface="Wingdings" charset="2"/>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743040" indent="-285840">
              <a:lnSpc>
                <a:spcPct val="100000"/>
              </a:lnSpc>
              <a:spcBef>
                <a:spcPts val="479"/>
              </a:spcBef>
              <a:buClr>
                <a:srgbClr val="ff0000"/>
              </a:buClr>
              <a:buFont typeface="Wingdings" charset="2"/>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100000"/>
              </a:lnSpc>
              <a:spcBef>
                <a:spcPts val="400"/>
              </a:spcBef>
              <a:buClr>
                <a:srgbClr val="00cc00"/>
              </a:buClr>
              <a:buFont typeface="Wingdings" charset="2"/>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000000"/>
              </a:solidFill>
              <a:effectLst/>
              <a:uFillTx/>
              <a:latin typeface="Arial"/>
            </a:endParaRPr>
          </a:p>
          <a:p>
            <a:pPr lvl="4" marL="20574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000000"/>
              </a:solidFill>
              <a:effectLst/>
              <a:uFillTx/>
              <a:latin typeface="Arial"/>
            </a:endParaRPr>
          </a:p>
        </p:txBody>
      </p:sp>
      <p:sp>
        <p:nvSpPr>
          <p:cNvPr id="62" name="PlaceHolder 3"/>
          <p:cNvSpPr>
            <a:spLocks noGrp="1"/>
          </p:cNvSpPr>
          <p:nvPr>
            <p:ph type="body"/>
          </p:nvPr>
        </p:nvSpPr>
        <p:spPr>
          <a:xfrm>
            <a:off x="4648320" y="990720"/>
            <a:ext cx="4037400" cy="251352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00ff"/>
              </a:buClr>
              <a:buFont typeface="Wingdings" charset="2"/>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743040" indent="-285840">
              <a:lnSpc>
                <a:spcPct val="100000"/>
              </a:lnSpc>
              <a:spcBef>
                <a:spcPts val="479"/>
              </a:spcBef>
              <a:buClr>
                <a:srgbClr val="ff0000"/>
              </a:buClr>
              <a:buFont typeface="Wingdings" charset="2"/>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100000"/>
              </a:lnSpc>
              <a:spcBef>
                <a:spcPts val="400"/>
              </a:spcBef>
              <a:buClr>
                <a:srgbClr val="00cc00"/>
              </a:buClr>
              <a:buFont typeface="Wingdings" charset="2"/>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000000"/>
              </a:solidFill>
              <a:effectLst/>
              <a:uFillTx/>
              <a:latin typeface="Arial"/>
            </a:endParaRPr>
          </a:p>
          <a:p>
            <a:pPr lvl="4" marL="20574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000000"/>
              </a:solidFill>
              <a:effectLst/>
              <a:uFillTx/>
              <a:latin typeface="Arial"/>
            </a:endParaRPr>
          </a:p>
        </p:txBody>
      </p:sp>
      <p:sp>
        <p:nvSpPr>
          <p:cNvPr id="63" name="PlaceHolder 4"/>
          <p:cNvSpPr>
            <a:spLocks noGrp="1"/>
          </p:cNvSpPr>
          <p:nvPr>
            <p:ph type="body"/>
          </p:nvPr>
        </p:nvSpPr>
        <p:spPr>
          <a:xfrm>
            <a:off x="457200" y="3657600"/>
            <a:ext cx="4037400" cy="251352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00ff"/>
              </a:buClr>
              <a:buFont typeface="Wingdings" charset="2"/>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743040" indent="-285840">
              <a:lnSpc>
                <a:spcPct val="100000"/>
              </a:lnSpc>
              <a:spcBef>
                <a:spcPts val="479"/>
              </a:spcBef>
              <a:buClr>
                <a:srgbClr val="ff0000"/>
              </a:buClr>
              <a:buFont typeface="Wingdings" charset="2"/>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100000"/>
              </a:lnSpc>
              <a:spcBef>
                <a:spcPts val="400"/>
              </a:spcBef>
              <a:buClr>
                <a:srgbClr val="00cc00"/>
              </a:buClr>
              <a:buFont typeface="Wingdings" charset="2"/>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000000"/>
              </a:solidFill>
              <a:effectLst/>
              <a:uFillTx/>
              <a:latin typeface="Arial"/>
            </a:endParaRPr>
          </a:p>
          <a:p>
            <a:pPr lvl="4" marL="20574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000000"/>
              </a:solidFill>
              <a:effectLst/>
              <a:uFillTx/>
              <a:latin typeface="Arial"/>
            </a:endParaRPr>
          </a:p>
        </p:txBody>
      </p:sp>
      <p:sp>
        <p:nvSpPr>
          <p:cNvPr id="64" name="PlaceHolder 5"/>
          <p:cNvSpPr>
            <a:spLocks noGrp="1"/>
          </p:cNvSpPr>
          <p:nvPr>
            <p:ph type="body"/>
          </p:nvPr>
        </p:nvSpPr>
        <p:spPr>
          <a:xfrm>
            <a:off x="4648320" y="3657600"/>
            <a:ext cx="4037400" cy="2513520"/>
          </a:xfrm>
          <a:prstGeom prst="rect">
            <a:avLst/>
          </a:prstGeom>
          <a:noFill/>
          <a:ln w="0">
            <a:noFill/>
          </a:ln>
        </p:spPr>
        <p:txBody>
          <a:bodyPr numCol="1" spcCol="0" lIns="91440" rIns="91440" tIns="45720" bIns="45720" anchor="t">
            <a:noAutofit/>
          </a:bodyPr>
          <a:p>
            <a:pPr marL="343080" indent="-343080">
              <a:lnSpc>
                <a:spcPct val="100000"/>
              </a:lnSpc>
              <a:spcBef>
                <a:spcPts val="561"/>
              </a:spcBef>
              <a:buClr>
                <a:srgbClr val="0000ff"/>
              </a:buClr>
              <a:buFont typeface="Wingdings" charset="2"/>
              <a:buChar char=""/>
            </a:pPr>
            <a:r>
              <a:rPr b="0" lang="en-US" sz="2800" strike="noStrike" u="none">
                <a:solidFill>
                  <a:schemeClr val="dk1"/>
                </a:solidFill>
                <a:effectLst/>
                <a:uFillTx/>
                <a:latin typeface="Calibri"/>
              </a:rPr>
              <a:t>Click to edit Master text styles</a:t>
            </a:r>
            <a:endParaRPr b="0" lang="en-US" sz="2800" strike="noStrike" u="none">
              <a:solidFill>
                <a:srgbClr val="000000"/>
              </a:solidFill>
              <a:effectLst/>
              <a:uFillTx/>
              <a:latin typeface="Arial"/>
            </a:endParaRPr>
          </a:p>
          <a:p>
            <a:pPr lvl="1" marL="743040" indent="-285840">
              <a:lnSpc>
                <a:spcPct val="100000"/>
              </a:lnSpc>
              <a:spcBef>
                <a:spcPts val="479"/>
              </a:spcBef>
              <a:buClr>
                <a:srgbClr val="ff0000"/>
              </a:buClr>
              <a:buFont typeface="Wingdings" charset="2"/>
              <a:buChar char=""/>
            </a:pPr>
            <a:r>
              <a:rPr b="0" lang="en-US" sz="2400" strike="noStrike" u="none">
                <a:solidFill>
                  <a:schemeClr val="dk1"/>
                </a:solidFill>
                <a:effectLst/>
                <a:uFillTx/>
                <a:latin typeface="Calibri"/>
              </a:rPr>
              <a:t>Second level</a:t>
            </a:r>
            <a:endParaRPr b="0" lang="en-US" sz="2400" strike="noStrike" u="none">
              <a:solidFill>
                <a:srgbClr val="000000"/>
              </a:solidFill>
              <a:effectLst/>
              <a:uFillTx/>
              <a:latin typeface="Arial"/>
            </a:endParaRPr>
          </a:p>
          <a:p>
            <a:pPr lvl="2" marL="1143000" indent="-228600">
              <a:lnSpc>
                <a:spcPct val="100000"/>
              </a:lnSpc>
              <a:spcBef>
                <a:spcPts val="400"/>
              </a:spcBef>
              <a:buClr>
                <a:srgbClr val="00cc00"/>
              </a:buClr>
              <a:buFont typeface="Wingdings" charset="2"/>
              <a:buChar char=""/>
            </a:pPr>
            <a:r>
              <a:rPr b="0" lang="en-US" sz="2000" strike="noStrike" u="none">
                <a:solidFill>
                  <a:schemeClr val="dk1"/>
                </a:solidFill>
                <a:effectLst/>
                <a:uFillTx/>
                <a:latin typeface="Calibri"/>
              </a:rPr>
              <a:t>Third level</a:t>
            </a:r>
            <a:endParaRPr b="0" lang="en-US" sz="2000" strike="noStrike" u="none">
              <a:solidFill>
                <a:srgbClr val="000000"/>
              </a:solidFill>
              <a:effectLst/>
              <a:uFillTx/>
              <a:latin typeface="Arial"/>
            </a:endParaRPr>
          </a:p>
          <a:p>
            <a:pPr lvl="3" marL="16002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Fourth level</a:t>
            </a:r>
            <a:endParaRPr b="0" lang="en-US" sz="2000" strike="noStrike" u="none">
              <a:solidFill>
                <a:srgbClr val="000000"/>
              </a:solidFill>
              <a:effectLst/>
              <a:uFillTx/>
              <a:latin typeface="Arial"/>
            </a:endParaRPr>
          </a:p>
          <a:p>
            <a:pPr lvl="4" marL="2057400" indent="-228600">
              <a:lnSpc>
                <a:spcPct val="100000"/>
              </a:lnSpc>
              <a:spcBef>
                <a:spcPts val="400"/>
              </a:spcBef>
              <a:buClr>
                <a:srgbClr val="000000"/>
              </a:buClr>
              <a:buFont typeface="Arial"/>
              <a:buChar char="»"/>
            </a:pPr>
            <a:r>
              <a:rPr b="0" lang="en-US" sz="2000" strike="noStrike" u="none">
                <a:solidFill>
                  <a:schemeClr val="dk1"/>
                </a:solidFill>
                <a:effectLst/>
                <a:uFillTx/>
                <a:latin typeface="Calibri"/>
              </a:rPr>
              <a:t>Fifth level</a:t>
            </a:r>
            <a:endParaRPr b="0" lang="en-US" sz="2000" strike="noStrike" u="none">
              <a:solidFill>
                <a:srgbClr val="000000"/>
              </a:solidFill>
              <a:effectLst/>
              <a:uFillTx/>
              <a:latin typeface="Arial"/>
            </a:endParaRPr>
          </a:p>
        </p:txBody>
      </p:sp>
      <p:sp>
        <p:nvSpPr>
          <p:cNvPr id="65" name="PlaceHolder 6"/>
          <p:cNvSpPr>
            <a:spLocks noGrp="1"/>
          </p:cNvSpPr>
          <p:nvPr>
            <p:ph type="dt" idx="34"/>
          </p:nvPr>
        </p:nvSpPr>
        <p:spPr>
          <a:xfrm>
            <a:off x="457200" y="6356520"/>
            <a:ext cx="2132640" cy="36396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200" strike="noStrike" u="none">
                <a:solidFill>
                  <a:schemeClr val="dk1">
                    <a:tint val="75000"/>
                  </a:schemeClr>
                </a:solidFill>
                <a:effectLst/>
                <a:uFillTx/>
                <a:latin typeface="Calibri"/>
              </a:defRPr>
            </a:lvl1pPr>
          </a:lstStyle>
          <a:p>
            <a:pPr indent="0">
              <a:lnSpc>
                <a:spcPct val="100000"/>
              </a:lnSpc>
              <a:buNone/>
              <a:tabLst>
                <a:tab algn="l" pos="0"/>
              </a:tabLst>
            </a:pPr>
            <a:r>
              <a:rPr b="0" lang="en-US" sz="1200" strike="noStrike" u="none">
                <a:solidFill>
                  <a:schemeClr val="dk1">
                    <a:tint val="75000"/>
                  </a:schemeClr>
                </a:solidFill>
                <a:effectLst/>
                <a:uFillTx/>
                <a:latin typeface="Calibri"/>
              </a:rPr>
              <a:t>&lt;date/time&gt;</a:t>
            </a:r>
            <a:endParaRPr b="0" lang="en-US" sz="1200" strike="noStrike" u="none">
              <a:solidFill>
                <a:srgbClr val="000000"/>
              </a:solidFill>
              <a:effectLst/>
              <a:uFillTx/>
              <a:latin typeface="Times New Roman"/>
            </a:endParaRPr>
          </a:p>
        </p:txBody>
      </p:sp>
      <p:sp>
        <p:nvSpPr>
          <p:cNvPr id="66" name="PlaceHolder 7"/>
          <p:cNvSpPr>
            <a:spLocks noGrp="1"/>
          </p:cNvSpPr>
          <p:nvPr>
            <p:ph type="ftr" idx="35"/>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&lt;footer&gt;</a:t>
            </a:r>
            <a:endParaRPr b="0" lang="en-US" sz="1200" strike="noStrike" u="none">
              <a:solidFill>
                <a:srgbClr val="000000"/>
              </a:solidFill>
              <a:effectLst/>
              <a:uFillTx/>
              <a:latin typeface="Times New Roman"/>
            </a:endParaRPr>
          </a:p>
        </p:txBody>
      </p:sp>
      <p:sp>
        <p:nvSpPr>
          <p:cNvPr id="67" name="PlaceHolder 8"/>
          <p:cNvSpPr>
            <a:spLocks noGrp="1"/>
          </p:cNvSpPr>
          <p:nvPr>
            <p:ph type="sldNum" idx="36"/>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chemeClr val="dk1">
                    <a:tint val="75000"/>
                  </a:schemeClr>
                </a:solidFill>
                <a:effectLst/>
                <a:uFillTx/>
                <a:latin typeface="Calibri"/>
              </a:defRPr>
            </a:lvl1pPr>
          </a:lstStyle>
          <a:p>
            <a:pPr indent="0" algn="r">
              <a:lnSpc>
                <a:spcPct val="100000"/>
              </a:lnSpc>
              <a:buNone/>
              <a:tabLst>
                <a:tab algn="l" pos="0"/>
              </a:tabLst>
            </a:pPr>
            <a:fld id="{83FD2B91-0092-49EC-AFD7-ED7F32A803D6}" type="slidenum">
              <a:rPr b="0" lang="en-US" sz="1200" strike="noStrike" u="none">
                <a:solidFill>
                  <a:schemeClr val="dk1">
                    <a:tint val="75000"/>
                  </a:schemeClr>
                </a:solidFill>
                <a:effectLst/>
                <a:uFillTx/>
                <a:latin typeface="Calibri"/>
              </a:rPr>
              <a:t>&lt;number&gt;</a:t>
            </a:fld>
            <a:endParaRPr b="0" lang="en-US" sz="12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9.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hyperlink" Target="https://youtu.be/HinayJJ687k" TargetMode="External"/><Relationship Id="rId2" Type="http://schemas.openxmlformats.org/officeDocument/2006/relationships/hyperlink" Target="https://youtu.be/V0mAQjiUK6Q" TargetMode="External"/><Relationship Id="rId3" Type="http://schemas.openxmlformats.org/officeDocument/2006/relationships/hyperlink" Target="https://www.youtube.com/playlist?list=PLRBkbp6t5gM12JGRlbGomEETO2RknoRbP" TargetMode="External"/><Relationship Id="rId4" Type="http://schemas.openxmlformats.org/officeDocument/2006/relationships/hyperlink" Target="https://github.com/RobertFrenette/CSCI_E-89_Deep_Learning_Fall_25" TargetMode="External"/><Relationship Id="rId5"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sldNum" idx="40"/>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1" lang="en-US" sz="1600" strike="noStrike" u="none">
                <a:solidFill>
                  <a:schemeClr val="dk1">
                    <a:tint val="75000"/>
                  </a:schemeClr>
                </a:solidFill>
                <a:effectLst/>
                <a:uFillTx/>
                <a:latin typeface="Calibri"/>
              </a:defRPr>
            </a:lvl1pPr>
          </a:lstStyle>
          <a:p>
            <a:pPr indent="0" algn="r">
              <a:lnSpc>
                <a:spcPct val="100000"/>
              </a:lnSpc>
              <a:buNone/>
              <a:tabLst>
                <a:tab algn="l" pos="0"/>
              </a:tabLst>
            </a:pPr>
            <a:fld id="{8E9F8150-B04A-41A5-A21D-0AF205AC1160}" type="slidenum">
              <a:rPr b="1" lang="en-US" sz="1600" strike="noStrike" u="none">
                <a:solidFill>
                  <a:schemeClr val="dk1">
                    <a:tint val="75000"/>
                  </a:schemeClr>
                </a:solidFill>
                <a:effectLst/>
                <a:uFillTx/>
                <a:latin typeface="Calibri"/>
              </a:rPr>
              <a:t>&lt;number&gt;</a:t>
            </a:fld>
            <a:endParaRPr b="0" lang="en-US" sz="1600" strike="noStrike" u="none">
              <a:solidFill>
                <a:srgbClr val="000000"/>
              </a:solidFill>
              <a:effectLst/>
              <a:uFillTx/>
              <a:latin typeface="Times New Roman"/>
            </a:endParaRPr>
          </a:p>
        </p:txBody>
      </p:sp>
      <p:sp>
        <p:nvSpPr>
          <p:cNvPr id="75" name="PlaceHolder 2"/>
          <p:cNvSpPr>
            <a:spLocks noGrp="1"/>
          </p:cNvSpPr>
          <p:nvPr>
            <p:ph type="title"/>
          </p:nvPr>
        </p:nvSpPr>
        <p:spPr>
          <a:xfrm>
            <a:off x="647640" y="1219320"/>
            <a:ext cx="7771320" cy="1827720"/>
          </a:xfrm>
          <a:prstGeom prst="rect">
            <a:avLst/>
          </a:prstGeom>
          <a:noFill/>
          <a:ln w="0">
            <a:noFill/>
          </a:ln>
        </p:spPr>
        <p:txBody>
          <a:bodyPr numCol="1" spcCol="0" lIns="91440" rIns="91440" tIns="45720" bIns="45720" anchor="ctr">
            <a:noAutofit/>
          </a:bodyPr>
          <a:p>
            <a:pPr indent="0" algn="ctr">
              <a:lnSpc>
                <a:spcPct val="100000"/>
              </a:lnSpc>
              <a:buNone/>
              <a:tabLst>
                <a:tab algn="l" pos="0"/>
              </a:tabLst>
            </a:pPr>
            <a:br>
              <a:rPr sz="3200"/>
            </a:br>
            <a:r>
              <a:rPr b="0" lang="en-US" sz="2400" strike="noStrike" u="none">
                <a:solidFill>
                  <a:schemeClr val="hlink"/>
                </a:solidFill>
                <a:effectLst/>
                <a:uFillTx/>
                <a:latin typeface="Calibri"/>
              </a:rPr>
              <a:t>Final Project</a:t>
            </a:r>
            <a:br>
              <a:rPr sz="3200"/>
            </a:br>
            <a:r>
              <a:rPr b="0" lang="en-US" sz="3200" strike="noStrike" u="none">
                <a:solidFill>
                  <a:schemeClr val="hlink"/>
                </a:solidFill>
                <a:effectLst/>
                <a:uFillTx/>
                <a:latin typeface="Calibri"/>
              </a:rPr>
              <a:t>Local AI RAG Agent</a:t>
            </a:r>
            <a:br>
              <a:rPr sz="3200"/>
            </a:br>
            <a:br>
              <a:rPr sz="3200"/>
            </a:br>
            <a:endParaRPr b="0" lang="en-US" sz="3200" strike="noStrike" u="none">
              <a:solidFill>
                <a:srgbClr val="000000"/>
              </a:solidFill>
              <a:effectLst/>
              <a:uFillTx/>
              <a:latin typeface="Arial"/>
            </a:endParaRPr>
          </a:p>
        </p:txBody>
      </p:sp>
      <p:sp>
        <p:nvSpPr>
          <p:cNvPr id="76" name="PlaceHolder 3"/>
          <p:cNvSpPr>
            <a:spLocks noGrp="1"/>
          </p:cNvSpPr>
          <p:nvPr>
            <p:ph type="subTitle"/>
          </p:nvPr>
        </p:nvSpPr>
        <p:spPr>
          <a:xfrm>
            <a:off x="1333440" y="2438280"/>
            <a:ext cx="6399720" cy="608400"/>
          </a:xfrm>
          <a:prstGeom prst="rect">
            <a:avLst/>
          </a:prstGeom>
          <a:noFill/>
          <a:ln w="0">
            <a:noFill/>
          </a:ln>
        </p:spPr>
        <p:txBody>
          <a:bodyPr numCol="1" spcCol="0" lIns="91440" rIns="91440" tIns="45720" bIns="45720" anchor="t">
            <a:noAutofit/>
          </a:bodyPr>
          <a:p>
            <a:pPr indent="0" algn="ctr">
              <a:lnSpc>
                <a:spcPct val="100000"/>
              </a:lnSpc>
              <a:spcBef>
                <a:spcPts val="479"/>
              </a:spcBef>
              <a:buNone/>
              <a:tabLst>
                <a:tab algn="l" pos="0"/>
              </a:tabLst>
            </a:pPr>
            <a:r>
              <a:rPr b="0" lang="en-US" sz="2400" strike="noStrike" u="none">
                <a:solidFill>
                  <a:schemeClr val="dk2">
                    <a:lumMod val="75000"/>
                  </a:schemeClr>
                </a:solidFill>
                <a:effectLst/>
                <a:uFillTx/>
                <a:latin typeface="Calibri"/>
              </a:rPr>
              <a:t>Frenette, Robert</a:t>
            </a:r>
            <a:endParaRPr b="0" lang="en-US" sz="2400" strike="noStrike" u="none">
              <a:solidFill>
                <a:srgbClr val="000000"/>
              </a:solidFill>
              <a:effectLst/>
              <a:uFillTx/>
              <a:latin typeface="Arial"/>
            </a:endParaRPr>
          </a:p>
          <a:p>
            <a:pPr indent="0" algn="ctr">
              <a:lnSpc>
                <a:spcPct val="100000"/>
              </a:lnSpc>
              <a:spcBef>
                <a:spcPts val="479"/>
              </a:spcBef>
              <a:buNone/>
              <a:tabLst>
                <a:tab algn="l" pos="0"/>
              </a:tabLst>
            </a:pPr>
            <a:endParaRPr b="0" lang="en-US" sz="2400" strike="noStrike" u="none">
              <a:solidFill>
                <a:srgbClr val="000000"/>
              </a:solidFill>
              <a:effectLst/>
              <a:uFillTx/>
              <a:latin typeface="Arial"/>
            </a:endParaRPr>
          </a:p>
        </p:txBody>
      </p:sp>
      <p:sp>
        <p:nvSpPr>
          <p:cNvPr id="77" name="PlaceHolder 4"/>
          <p:cNvSpPr>
            <a:spLocks noGrp="1"/>
          </p:cNvSpPr>
          <p:nvPr>
            <p:ph type="ftr" idx="41"/>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@RobertFrenette</a:t>
            </a:r>
            <a:endParaRPr b="0" lang="en-US" sz="1200" strike="noStrike" u="none">
              <a:solidFill>
                <a:srgbClr val="000000"/>
              </a:solidFill>
              <a:effectLst/>
              <a:uFillTx/>
              <a:latin typeface="Times New Roman"/>
            </a:endParaRPr>
          </a:p>
        </p:txBody>
      </p:sp>
      <p:pic>
        <p:nvPicPr>
          <p:cNvPr id="78" name="Picture 1" descr=""/>
          <p:cNvPicPr/>
          <p:nvPr/>
        </p:nvPicPr>
        <p:blipFill>
          <a:blip r:embed="rId1"/>
          <a:stretch/>
        </p:blipFill>
        <p:spPr>
          <a:xfrm>
            <a:off x="3959280" y="3429000"/>
            <a:ext cx="1141920" cy="1141920"/>
          </a:xfrm>
          <a:prstGeom prst="rect">
            <a:avLst/>
          </a:prstGeom>
          <a:noFill/>
          <a:ln w="0">
            <a:noFill/>
          </a:ln>
        </p:spPr>
      </p:pic>
      <p:sp>
        <p:nvSpPr>
          <p:cNvPr id="79" name="TextBox 1"/>
          <p:cNvSpPr/>
          <p:nvPr/>
        </p:nvSpPr>
        <p:spPr>
          <a:xfrm>
            <a:off x="2055960" y="5029200"/>
            <a:ext cx="4948920" cy="11991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lang="en-US" sz="1800" strike="noStrike" u="none">
                <a:solidFill>
                  <a:schemeClr val="lt2">
                    <a:lumMod val="25000"/>
                  </a:schemeClr>
                </a:solidFill>
                <a:effectLst/>
                <a:uFillTx/>
                <a:latin typeface="Arial"/>
              </a:rPr>
              <a:t>CSCI E-89 Deep Learning, Fall  2025</a:t>
            </a:r>
            <a:endParaRPr b="0" lang="en-US" sz="1800" strike="noStrike" u="none">
              <a:solidFill>
                <a:srgbClr val="000000"/>
              </a:solidFill>
              <a:effectLst/>
              <a:uFillTx/>
              <a:latin typeface="Arial"/>
            </a:endParaRPr>
          </a:p>
          <a:p>
            <a:pPr algn="ctr">
              <a:lnSpc>
                <a:spcPct val="100000"/>
              </a:lnSpc>
            </a:pPr>
            <a:r>
              <a:rPr b="1" lang="en-US" sz="1800" strike="noStrike" u="none">
                <a:solidFill>
                  <a:schemeClr val="lt2">
                    <a:lumMod val="25000"/>
                  </a:schemeClr>
                </a:solidFill>
                <a:effectLst/>
                <a:uFillTx/>
                <a:latin typeface="Arial"/>
              </a:rPr>
              <a:t>Harvard University Extension School</a:t>
            </a:r>
            <a:endParaRPr b="0" lang="en-US" sz="1800" strike="noStrike" u="none">
              <a:solidFill>
                <a:srgbClr val="000000"/>
              </a:solidFill>
              <a:effectLst/>
              <a:uFillTx/>
              <a:latin typeface="Arial"/>
            </a:endParaRPr>
          </a:p>
          <a:p>
            <a:pPr algn="ctr">
              <a:lnSpc>
                <a:spcPct val="100000"/>
              </a:lnSpc>
            </a:pPr>
            <a:r>
              <a:rPr b="0" lang="en-US" sz="1600" strike="noStrike" u="none">
                <a:solidFill>
                  <a:schemeClr val="lt2">
                    <a:lumMod val="25000"/>
                  </a:schemeClr>
                </a:solidFill>
                <a:effectLst/>
                <a:uFillTx/>
                <a:latin typeface="Arial"/>
              </a:rPr>
              <a:t>Prof. Zoran B. Djordjević &amp; prof. Rahul Joglekar</a:t>
            </a:r>
            <a:endParaRPr b="0" lang="en-US" sz="1600" strike="noStrike" u="none">
              <a:solidFill>
                <a:srgbClr val="000000"/>
              </a:solidFill>
              <a:effectLst/>
              <a:uFillTx/>
              <a:latin typeface="Arial"/>
            </a:endParaRPr>
          </a:p>
          <a:p>
            <a:pPr algn="ctr">
              <a:lnSpc>
                <a:spcPct val="100000"/>
              </a:lnSpc>
            </a:pP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120600"/>
            <a:ext cx="8228520" cy="714960"/>
          </a:xfrm>
          <a:prstGeom prst="rect">
            <a:avLst/>
          </a:prstGeom>
          <a:noFill/>
          <a:ln w="0">
            <a:noFill/>
          </a:ln>
        </p:spPr>
        <p:txBody>
          <a:bodyPr numCol="1" spcCol="0" lIns="91440" rIns="91440" tIns="45720" bIns="45720" anchor="ctr">
            <a:normAutofit/>
          </a:bodyPr>
          <a:p>
            <a:pPr indent="0" algn="ctr">
              <a:lnSpc>
                <a:spcPct val="100000"/>
              </a:lnSpc>
              <a:buNone/>
              <a:tabLst>
                <a:tab algn="l" pos="0"/>
              </a:tabLst>
            </a:pPr>
            <a:r>
              <a:rPr b="0" lang="en-US" sz="3200" strike="noStrike" u="none">
                <a:solidFill>
                  <a:srgbClr val="0070c0"/>
                </a:solidFill>
                <a:effectLst/>
                <a:uFillTx/>
                <a:latin typeface="Calibri"/>
              </a:rPr>
              <a:t>Introduction</a:t>
            </a:r>
            <a:endParaRPr b="0" lang="en-US" sz="3200" strike="noStrike" u="none">
              <a:solidFill>
                <a:srgbClr val="000000"/>
              </a:solidFill>
              <a:effectLst/>
              <a:uFillTx/>
              <a:latin typeface="Arial"/>
            </a:endParaRPr>
          </a:p>
        </p:txBody>
      </p:sp>
      <p:sp>
        <p:nvSpPr>
          <p:cNvPr id="81" name="PlaceHolder 2"/>
          <p:cNvSpPr>
            <a:spLocks noGrp="1"/>
          </p:cNvSpPr>
          <p:nvPr>
            <p:ph/>
          </p:nvPr>
        </p:nvSpPr>
        <p:spPr>
          <a:xfrm>
            <a:off x="457920" y="457200"/>
            <a:ext cx="8228520" cy="5333040"/>
          </a:xfrm>
          <a:prstGeom prst="rect">
            <a:avLst/>
          </a:prstGeom>
          <a:noFill/>
          <a:ln w="0">
            <a:noFill/>
          </a:ln>
        </p:spPr>
        <p:txBody>
          <a:bodyPr numCol="1" spcCol="0" lIns="91440" rIns="91440" tIns="45720" bIns="45720" anchor="t">
            <a:noAutofit/>
          </a:bodyPr>
          <a:p>
            <a:pPr marL="343080" indent="0">
              <a:lnSpc>
                <a:spcPct val="100000"/>
              </a:lnSpc>
              <a:spcBef>
                <a:spcPts val="360"/>
              </a:spcBef>
              <a:buNone/>
              <a:tabLst>
                <a:tab algn="l" pos="0"/>
              </a:tabLst>
            </a:pPr>
            <a:endParaRPr b="0" lang="en-US" sz="1800" strike="noStrike" u="none">
              <a:solidFill>
                <a:srgbClr val="000000"/>
              </a:solidFill>
              <a:effectLst/>
              <a:uFillTx/>
              <a:latin typeface="Arial"/>
            </a:endParaRPr>
          </a:p>
          <a:p>
            <a:pPr marL="343080" indent="0" algn="ctr">
              <a:lnSpc>
                <a:spcPct val="100000"/>
              </a:lnSpc>
              <a:spcBef>
                <a:spcPts val="360"/>
              </a:spcBef>
              <a:buNone/>
              <a:tabLst>
                <a:tab algn="l" pos="0"/>
              </a:tabLst>
            </a:pPr>
            <a:r>
              <a:rPr b="1" lang="en-US" sz="1800" strike="noStrike" u="none">
                <a:solidFill>
                  <a:schemeClr val="dk1"/>
                </a:solidFill>
                <a:effectLst/>
                <a:uFillTx/>
                <a:latin typeface="Calibri"/>
              </a:rPr>
              <a:t>Traditional Chatbots -vs- Retrieval Augmented Data (RAG) Agents</a:t>
            </a:r>
            <a:endParaRPr b="0" lang="en-US" sz="1800" strike="noStrike" u="none">
              <a:solidFill>
                <a:srgbClr val="000000"/>
              </a:solidFill>
              <a:effectLst/>
              <a:uFillTx/>
              <a:latin typeface="Arial"/>
            </a:endParaRPr>
          </a:p>
          <a:p>
            <a:pPr marL="343080" indent="0">
              <a:lnSpc>
                <a:spcPct val="100000"/>
              </a:lnSpc>
              <a:spcBef>
                <a:spcPts val="360"/>
              </a:spcBef>
              <a:buNone/>
              <a:tabLst>
                <a:tab algn="l" pos="0"/>
              </a:tabLst>
            </a:pPr>
            <a:endParaRPr b="0" lang="en-US" sz="1800" strike="noStrike" u="none">
              <a:solidFill>
                <a:srgbClr val="000000"/>
              </a:solidFill>
              <a:effectLst/>
              <a:uFillTx/>
              <a:latin typeface="Arial"/>
            </a:endParaRPr>
          </a:p>
          <a:p>
            <a:pPr marL="343080" indent="-343080">
              <a:lnSpc>
                <a:spcPct val="100000"/>
              </a:lnSpc>
              <a:spcBef>
                <a:spcPts val="360"/>
              </a:spcBef>
              <a:buClr>
                <a:srgbClr val="0070c0"/>
              </a:buClr>
              <a:buFont typeface="Wingdings" charset="2"/>
              <a:buChar char=""/>
              <a:tabLst>
                <a:tab algn="l" pos="0"/>
              </a:tabLst>
            </a:pPr>
            <a:r>
              <a:rPr b="0" lang="en-US" sz="1800" strike="noStrike" u="none">
                <a:solidFill>
                  <a:schemeClr val="dk1"/>
                </a:solidFill>
                <a:effectLst/>
                <a:uFillTx/>
                <a:latin typeface="Calibri"/>
              </a:rPr>
              <a:t>Traditional chatbots face significant limitations when handling complex, domain-specific queries that require access to both structured and unstructured data.</a:t>
            </a:r>
            <a:endParaRPr b="0" lang="en-US" sz="1800" strike="noStrike" u="none">
              <a:solidFill>
                <a:srgbClr val="000000"/>
              </a:solidFill>
              <a:effectLst/>
              <a:uFillTx/>
              <a:latin typeface="Arial"/>
            </a:endParaRPr>
          </a:p>
          <a:p>
            <a:pPr marL="343080" indent="-343080">
              <a:lnSpc>
                <a:spcPct val="100000"/>
              </a:lnSpc>
              <a:spcBef>
                <a:spcPts val="360"/>
              </a:spcBef>
              <a:buClr>
                <a:srgbClr val="0070c0"/>
              </a:buClr>
              <a:buFont typeface="Wingdings" charset="2"/>
              <a:buChar char=""/>
              <a:tabLst>
                <a:tab algn="l" pos="0"/>
              </a:tabLst>
            </a:pPr>
            <a:r>
              <a:rPr b="0" lang="en-US" sz="1800" strike="noStrike" u="none">
                <a:solidFill>
                  <a:schemeClr val="dk1"/>
                </a:solidFill>
                <a:effectLst/>
                <a:uFillTx/>
                <a:latin typeface="Calibri"/>
              </a:rPr>
              <a:t>Standard</a:t>
            </a:r>
            <a:r>
              <a:rPr b="0" lang="en-US" sz="1800" strike="noStrike" u="none">
                <a:solidFill>
                  <a:schemeClr val="dk1"/>
                </a:solidFill>
                <a:effectLst/>
                <a:uFillTx/>
                <a:latin typeface="Calibri"/>
                <a:ea typeface="Arial Unicode MS"/>
              </a:rPr>
              <a:t> LLMs suffer from hallucinations, lack access to real-time data, and cannot seamlessly integrate multiple knowledge sources.</a:t>
            </a:r>
            <a:endParaRPr b="0" lang="en-US" sz="1800" strike="noStrike" u="none">
              <a:solidFill>
                <a:srgbClr val="000000"/>
              </a:solidFill>
              <a:effectLst/>
              <a:uFillTx/>
              <a:latin typeface="Arial"/>
            </a:endParaRPr>
          </a:p>
          <a:p>
            <a:pPr marL="343080" indent="-343080">
              <a:lnSpc>
                <a:spcPct val="100000"/>
              </a:lnSpc>
              <a:spcBef>
                <a:spcPts val="360"/>
              </a:spcBef>
              <a:buClr>
                <a:srgbClr val="0070c0"/>
              </a:buClr>
              <a:buFont typeface="Wingdings" charset="2"/>
              <a:buChar char=""/>
              <a:tabLst>
                <a:tab algn="l" pos="0"/>
              </a:tabLst>
            </a:pPr>
            <a:r>
              <a:rPr b="0" lang="en-US" sz="1800" strike="noStrike" u="none">
                <a:solidFill>
                  <a:schemeClr val="dk1"/>
                </a:solidFill>
                <a:effectLst/>
                <a:uFillTx/>
                <a:latin typeface="Calibri"/>
                <a:ea typeface="Arial Unicode MS"/>
              </a:rPr>
              <a:t>Cloud-based AI services pose critical security and compliance risks for industries handling sensitive information (financial services, healthcare, insurance) which cannot be transmitted over the public internet due to regulatory requirements (HIPAA, PCI) and data governance concerns. </a:t>
            </a:r>
            <a:endParaRPr b="0" lang="en-US" sz="1800" strike="noStrike" u="none">
              <a:solidFill>
                <a:srgbClr val="000000"/>
              </a:solidFill>
              <a:effectLst/>
              <a:uFillTx/>
              <a:latin typeface="Arial"/>
            </a:endParaRPr>
          </a:p>
          <a:p>
            <a:pPr marL="343080" indent="0">
              <a:lnSpc>
                <a:spcPct val="100000"/>
              </a:lnSpc>
              <a:spcBef>
                <a:spcPts val="360"/>
              </a:spcBef>
              <a:buNone/>
              <a:tabLst>
                <a:tab algn="l" pos="0"/>
              </a:tabLst>
            </a:pPr>
            <a:endParaRPr b="0" lang="en-US" sz="1800" strike="noStrike" u="none">
              <a:solidFill>
                <a:srgbClr val="000000"/>
              </a:solidFill>
              <a:effectLst/>
              <a:uFillTx/>
              <a:latin typeface="Arial"/>
            </a:endParaRPr>
          </a:p>
          <a:p>
            <a:pPr marL="343080" indent="-343080">
              <a:lnSpc>
                <a:spcPct val="100000"/>
              </a:lnSpc>
              <a:spcBef>
                <a:spcPts val="360"/>
              </a:spcBef>
              <a:buClr>
                <a:srgbClr val="0070c0"/>
              </a:buClr>
              <a:buFont typeface="Wingdings" charset="2"/>
              <a:buChar char=""/>
              <a:tabLst>
                <a:tab algn="l" pos="0"/>
              </a:tabLst>
            </a:pPr>
            <a:r>
              <a:rPr b="0" lang="en-US" sz="1800" strike="noStrike" u="none">
                <a:solidFill>
                  <a:schemeClr val="dk1"/>
                </a:solidFill>
                <a:effectLst/>
                <a:uFillTx/>
                <a:latin typeface="Calibri"/>
                <a:ea typeface="Tahoma"/>
              </a:rPr>
              <a:t>Local RAG agents drastically reduce hallucinations by grounding every response in your organization's verified, private documents—ensuring accurate, domain-specific answers. </a:t>
            </a:r>
            <a:endParaRPr b="0" lang="en-US" sz="1800" strike="noStrike" u="none">
              <a:solidFill>
                <a:srgbClr val="000000"/>
              </a:solidFill>
              <a:effectLst/>
              <a:uFillTx/>
              <a:latin typeface="Arial"/>
            </a:endParaRPr>
          </a:p>
          <a:p>
            <a:pPr marL="343080" indent="-343080">
              <a:lnSpc>
                <a:spcPct val="100000"/>
              </a:lnSpc>
              <a:spcBef>
                <a:spcPts val="360"/>
              </a:spcBef>
              <a:buClr>
                <a:srgbClr val="0070c0"/>
              </a:buClr>
              <a:buFont typeface="Wingdings" charset="2"/>
              <a:buChar char=""/>
              <a:tabLst>
                <a:tab algn="l" pos="0"/>
              </a:tabLst>
            </a:pPr>
            <a:r>
              <a:rPr b="0" lang="en-US" sz="1800" strike="noStrike" u="none">
                <a:solidFill>
                  <a:schemeClr val="dk1"/>
                </a:solidFill>
                <a:effectLst/>
                <a:uFillTx/>
                <a:latin typeface="Calibri"/>
                <a:ea typeface="Tahoma"/>
              </a:rPr>
              <a:t>Because all processing happens on-prem, local RAG agents eliminate security and compliance risks associated with cloud AI. This keeps PHI, PII, and proprietary data fully internal, meeting regulatory requirements without compromising capability.</a:t>
            </a:r>
            <a:endParaRPr b="0" lang="en-US" sz="1800" strike="noStrike" u="none">
              <a:solidFill>
                <a:srgbClr val="000000"/>
              </a:solidFill>
              <a:effectLst/>
              <a:uFillTx/>
              <a:latin typeface="Arial"/>
            </a:endParaRPr>
          </a:p>
        </p:txBody>
      </p:sp>
      <p:sp>
        <p:nvSpPr>
          <p:cNvPr id="82" name="PlaceHolder 3"/>
          <p:cNvSpPr>
            <a:spLocks noGrp="1"/>
          </p:cNvSpPr>
          <p:nvPr>
            <p:ph type="ftr" idx="42"/>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@RobertFrenette</a:t>
            </a:r>
            <a:endParaRPr b="0" lang="en-US" sz="1200" strike="noStrike" u="none">
              <a:solidFill>
                <a:srgbClr val="000000"/>
              </a:solidFill>
              <a:effectLst/>
              <a:uFillTx/>
              <a:latin typeface="Times New Roman"/>
            </a:endParaRPr>
          </a:p>
        </p:txBody>
      </p:sp>
      <p:sp>
        <p:nvSpPr>
          <p:cNvPr id="83" name="PlaceHolder 4"/>
          <p:cNvSpPr>
            <a:spLocks noGrp="1"/>
          </p:cNvSpPr>
          <p:nvPr>
            <p:ph type="sldNum" idx="43"/>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1" lang="en-US" sz="1600" strike="noStrike" u="none">
                <a:solidFill>
                  <a:schemeClr val="dk1">
                    <a:tint val="75000"/>
                  </a:schemeClr>
                </a:solidFill>
                <a:effectLst/>
                <a:uFillTx/>
                <a:latin typeface="Calibri"/>
              </a:defRPr>
            </a:lvl1pPr>
          </a:lstStyle>
          <a:p>
            <a:pPr indent="0" algn="r">
              <a:lnSpc>
                <a:spcPct val="100000"/>
              </a:lnSpc>
              <a:buNone/>
              <a:tabLst>
                <a:tab algn="l" pos="0"/>
              </a:tabLst>
            </a:pPr>
            <a:fld id="{6BC4CDF7-9264-4099-A04D-40D1F9BCBA22}" type="slidenum">
              <a:rPr b="1" lang="en-US" sz="1600" strike="noStrike" u="none">
                <a:solidFill>
                  <a:schemeClr val="dk1">
                    <a:tint val="75000"/>
                  </a:schemeClr>
                </a:solidFill>
                <a:effectLst/>
                <a:uFillTx/>
                <a:latin typeface="Calibri"/>
              </a:rPr>
              <a:t>2</a:t>
            </a:fld>
            <a:endParaRPr b="0" lang="en-US" sz="16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120600"/>
            <a:ext cx="8228520" cy="714960"/>
          </a:xfrm>
          <a:prstGeom prst="rect">
            <a:avLst/>
          </a:prstGeom>
          <a:noFill/>
          <a:ln w="0">
            <a:noFill/>
          </a:ln>
        </p:spPr>
        <p:txBody>
          <a:bodyPr numCol="1" spcCol="0" lIns="91440" rIns="91440" tIns="45720" bIns="45720" anchor="ctr">
            <a:normAutofit/>
          </a:bodyPr>
          <a:p>
            <a:pPr indent="0" algn="ctr">
              <a:lnSpc>
                <a:spcPct val="100000"/>
              </a:lnSpc>
              <a:buNone/>
              <a:tabLst>
                <a:tab algn="l" pos="0"/>
              </a:tabLst>
            </a:pPr>
            <a:r>
              <a:rPr b="0" lang="en-US" sz="3200" strike="noStrike" u="none">
                <a:solidFill>
                  <a:srgbClr val="0070c0"/>
                </a:solidFill>
                <a:effectLst/>
                <a:uFillTx/>
                <a:latin typeface="Calibri"/>
              </a:rPr>
              <a:t>AI Agent Insure - Agent Assist</a:t>
            </a:r>
            <a:endParaRPr b="0" lang="en-US" sz="3200" strike="noStrike" u="none">
              <a:solidFill>
                <a:srgbClr val="000000"/>
              </a:solidFill>
              <a:effectLst/>
              <a:uFillTx/>
              <a:latin typeface="Arial"/>
            </a:endParaRPr>
          </a:p>
        </p:txBody>
      </p:sp>
      <p:sp>
        <p:nvSpPr>
          <p:cNvPr id="85" name="PlaceHolder 2"/>
          <p:cNvSpPr>
            <a:spLocks noGrp="1"/>
          </p:cNvSpPr>
          <p:nvPr>
            <p:ph/>
          </p:nvPr>
        </p:nvSpPr>
        <p:spPr>
          <a:xfrm>
            <a:off x="457200" y="914400"/>
            <a:ext cx="8228520" cy="5333040"/>
          </a:xfrm>
          <a:prstGeom prst="rect">
            <a:avLst/>
          </a:prstGeom>
          <a:noFill/>
          <a:ln w="0">
            <a:noFill/>
          </a:ln>
        </p:spPr>
        <p:txBody>
          <a:bodyPr numCol="1" spcCol="0" lIns="91440" rIns="91440" tIns="45720" bIns="45720" anchor="t">
            <a:noAutofit/>
          </a:bodyPr>
          <a:p>
            <a:pPr indent="0">
              <a:lnSpc>
                <a:spcPct val="100000"/>
              </a:lnSpc>
              <a:spcBef>
                <a:spcPts val="360"/>
              </a:spcBef>
              <a:buNone/>
              <a:tabLst>
                <a:tab algn="l" pos="0"/>
              </a:tabLst>
            </a:pPr>
            <a:endParaRPr b="0" lang="en-US" sz="1800" strike="noStrike" u="none">
              <a:solidFill>
                <a:srgbClr val="000000"/>
              </a:solidFill>
              <a:effectLst/>
              <a:uFillTx/>
              <a:latin typeface="Arial"/>
            </a:endParaRPr>
          </a:p>
          <a:p>
            <a:pPr indent="0">
              <a:lnSpc>
                <a:spcPct val="100000"/>
              </a:lnSpc>
              <a:spcBef>
                <a:spcPts val="360"/>
              </a:spcBef>
              <a:buNone/>
              <a:tabLst>
                <a:tab algn="l" pos="0"/>
              </a:tabLst>
            </a:pPr>
            <a:endParaRPr b="0" lang="en-US" sz="1800" strike="noStrike" u="none">
              <a:solidFill>
                <a:srgbClr val="000000"/>
              </a:solidFill>
              <a:effectLst/>
              <a:uFillTx/>
              <a:latin typeface="Arial"/>
            </a:endParaRPr>
          </a:p>
          <a:p>
            <a:pPr indent="0">
              <a:lnSpc>
                <a:spcPct val="100000"/>
              </a:lnSpc>
              <a:spcBef>
                <a:spcPts val="360"/>
              </a:spcBef>
              <a:buNone/>
              <a:tabLst>
                <a:tab algn="l" pos="0"/>
              </a:tabLst>
            </a:pPr>
            <a:endParaRPr b="0" lang="en-US" sz="1800" strike="noStrike" u="none">
              <a:solidFill>
                <a:srgbClr val="000000"/>
              </a:solidFill>
              <a:effectLst/>
              <a:uFillTx/>
              <a:latin typeface="Arial"/>
            </a:endParaRPr>
          </a:p>
          <a:p>
            <a:pPr indent="0">
              <a:lnSpc>
                <a:spcPct val="100000"/>
              </a:lnSpc>
              <a:spcBef>
                <a:spcPts val="1417"/>
              </a:spcBef>
              <a:buNone/>
              <a:tabLst>
                <a:tab algn="l" pos="0"/>
              </a:tabLst>
            </a:pPr>
            <a:endParaRPr b="0" lang="en-US" sz="1800" strike="noStrike" u="none">
              <a:solidFill>
                <a:srgbClr val="000000"/>
              </a:solidFill>
              <a:effectLst/>
              <a:uFillTx/>
              <a:latin typeface="Arial"/>
            </a:endParaRPr>
          </a:p>
          <a:p>
            <a:pPr indent="0">
              <a:lnSpc>
                <a:spcPct val="100000"/>
              </a:lnSpc>
              <a:spcBef>
                <a:spcPts val="1417"/>
              </a:spcBef>
              <a:buNone/>
              <a:tabLst>
                <a:tab algn="l" pos="0"/>
              </a:tabLst>
            </a:pPr>
            <a:endParaRPr b="0" lang="en-US" sz="1800" strike="noStrike" u="none">
              <a:solidFill>
                <a:srgbClr val="000000"/>
              </a:solidFill>
              <a:effectLst/>
              <a:uFillTx/>
              <a:latin typeface="Arial"/>
            </a:endParaRPr>
          </a:p>
          <a:p>
            <a:pPr indent="0">
              <a:lnSpc>
                <a:spcPct val="100000"/>
              </a:lnSpc>
              <a:spcBef>
                <a:spcPts val="1417"/>
              </a:spcBef>
              <a:buNone/>
              <a:tabLst>
                <a:tab algn="l" pos="0"/>
              </a:tabLst>
            </a:pPr>
            <a:endParaRPr b="0" lang="en-US" sz="1800" strike="noStrike" u="none">
              <a:solidFill>
                <a:srgbClr val="000000"/>
              </a:solidFill>
              <a:effectLst/>
              <a:uFillTx/>
              <a:latin typeface="Arial"/>
            </a:endParaRPr>
          </a:p>
          <a:p>
            <a:pPr indent="0">
              <a:lnSpc>
                <a:spcPct val="100000"/>
              </a:lnSpc>
              <a:spcBef>
                <a:spcPts val="1417"/>
              </a:spcBef>
              <a:buNone/>
              <a:tabLst>
                <a:tab algn="l" pos="0"/>
              </a:tabLst>
            </a:pPr>
            <a:endParaRPr b="0" lang="en-US" sz="1800" strike="noStrike" u="none">
              <a:solidFill>
                <a:srgbClr val="000000"/>
              </a:solidFill>
              <a:effectLst/>
              <a:uFillTx/>
              <a:latin typeface="Arial"/>
            </a:endParaRPr>
          </a:p>
          <a:p>
            <a:pPr indent="0">
              <a:lnSpc>
                <a:spcPct val="100000"/>
              </a:lnSpc>
              <a:spcBef>
                <a:spcPts val="1417"/>
              </a:spcBef>
              <a:buNone/>
              <a:tabLst>
                <a:tab algn="l" pos="0"/>
              </a:tabLst>
            </a:pPr>
            <a:endParaRPr b="0" lang="en-US" sz="1800" strike="noStrike" u="none">
              <a:solidFill>
                <a:srgbClr val="000000"/>
              </a:solidFill>
              <a:effectLst/>
              <a:uFillTx/>
              <a:latin typeface="Arial"/>
            </a:endParaRPr>
          </a:p>
          <a:p>
            <a:pPr indent="0">
              <a:lnSpc>
                <a:spcPct val="100000"/>
              </a:lnSpc>
              <a:spcBef>
                <a:spcPts val="1417"/>
              </a:spcBef>
              <a:buNone/>
              <a:tabLst>
                <a:tab algn="l" pos="0"/>
              </a:tabLst>
            </a:pPr>
            <a:endParaRPr b="0" lang="en-US" sz="1800" strike="noStrike" u="none">
              <a:solidFill>
                <a:srgbClr val="000000"/>
              </a:solidFill>
              <a:effectLst/>
              <a:uFillTx/>
              <a:latin typeface="Arial"/>
            </a:endParaRPr>
          </a:p>
          <a:p>
            <a:pPr indent="0">
              <a:lnSpc>
                <a:spcPct val="100000"/>
              </a:lnSpc>
              <a:spcBef>
                <a:spcPts val="1417"/>
              </a:spcBef>
              <a:buNone/>
              <a:tabLst>
                <a:tab algn="l" pos="0"/>
              </a:tabLst>
            </a:pPr>
            <a:r>
              <a:rPr b="0" lang="en-US" sz="1800" strike="noStrike" u="none">
                <a:solidFill>
                  <a:schemeClr val="dk1"/>
                </a:solidFill>
                <a:effectLst/>
                <a:uFillTx/>
                <a:latin typeface="Calibri"/>
                <a:ea typeface="Arial Unicode MS"/>
              </a:rPr>
              <a:t>This project demonstrates a local hybrid RAG Agent that intelligently routes user queries between a SQL database and unstructured document retrieval, providing source-grounded responses while maintaining complete data privacy through local processing.</a:t>
            </a:r>
            <a:endParaRPr b="0" lang="en-US" sz="1800" strike="noStrike" u="none">
              <a:solidFill>
                <a:srgbClr val="000000"/>
              </a:solidFill>
              <a:effectLst/>
              <a:uFillTx/>
              <a:latin typeface="Arial"/>
            </a:endParaRPr>
          </a:p>
        </p:txBody>
      </p:sp>
      <p:sp>
        <p:nvSpPr>
          <p:cNvPr id="86" name="PlaceHolder 3"/>
          <p:cNvSpPr>
            <a:spLocks noGrp="1"/>
          </p:cNvSpPr>
          <p:nvPr>
            <p:ph type="ftr" idx="44"/>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@RobertFrenette</a:t>
            </a:r>
            <a:endParaRPr b="0" lang="en-US" sz="1200" strike="noStrike" u="none">
              <a:solidFill>
                <a:srgbClr val="000000"/>
              </a:solidFill>
              <a:effectLst/>
              <a:uFillTx/>
              <a:latin typeface="Times New Roman"/>
            </a:endParaRPr>
          </a:p>
        </p:txBody>
      </p:sp>
      <p:sp>
        <p:nvSpPr>
          <p:cNvPr id="87" name="PlaceHolder 4"/>
          <p:cNvSpPr>
            <a:spLocks noGrp="1"/>
          </p:cNvSpPr>
          <p:nvPr>
            <p:ph type="sldNum" idx="45"/>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1" lang="en-US" sz="1600" strike="noStrike" u="none">
                <a:solidFill>
                  <a:schemeClr val="dk1">
                    <a:tint val="75000"/>
                  </a:schemeClr>
                </a:solidFill>
                <a:effectLst/>
                <a:uFillTx/>
                <a:latin typeface="Calibri"/>
              </a:defRPr>
            </a:lvl1pPr>
          </a:lstStyle>
          <a:p>
            <a:pPr indent="0" algn="r">
              <a:lnSpc>
                <a:spcPct val="100000"/>
              </a:lnSpc>
              <a:buNone/>
              <a:tabLst>
                <a:tab algn="l" pos="0"/>
              </a:tabLst>
            </a:pPr>
            <a:fld id="{B201B632-CC68-4FE1-B8AF-B4E2FEE2C85E}" type="slidenum">
              <a:rPr b="1" lang="en-US" sz="1600" strike="noStrike" u="none">
                <a:solidFill>
                  <a:schemeClr val="dk1">
                    <a:tint val="75000"/>
                  </a:schemeClr>
                </a:solidFill>
                <a:effectLst/>
                <a:uFillTx/>
                <a:latin typeface="Calibri"/>
              </a:rPr>
              <a:t>3</a:t>
            </a:fld>
            <a:endParaRPr b="0" lang="en-US" sz="1600" strike="noStrike" u="none">
              <a:solidFill>
                <a:srgbClr val="000000"/>
              </a:solidFill>
              <a:effectLst/>
              <a:uFillTx/>
              <a:latin typeface="Times New Roman"/>
            </a:endParaRPr>
          </a:p>
        </p:txBody>
      </p:sp>
      <p:pic>
        <p:nvPicPr>
          <p:cNvPr id="88" name="" descr=""/>
          <p:cNvPicPr/>
          <p:nvPr/>
        </p:nvPicPr>
        <p:blipFill>
          <a:blip r:embed="rId1"/>
          <a:stretch/>
        </p:blipFill>
        <p:spPr>
          <a:xfrm>
            <a:off x="640080" y="914400"/>
            <a:ext cx="7817760" cy="359136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457200" y="120600"/>
            <a:ext cx="8228520" cy="714960"/>
          </a:xfrm>
          <a:prstGeom prst="rect">
            <a:avLst/>
          </a:prstGeom>
          <a:noFill/>
          <a:ln w="0">
            <a:noFill/>
          </a:ln>
        </p:spPr>
        <p:txBody>
          <a:bodyPr numCol="1" spcCol="0" lIns="91440" rIns="91440" tIns="45720" bIns="45720" anchor="ctr">
            <a:normAutofit/>
          </a:bodyPr>
          <a:p>
            <a:pPr indent="0" algn="ctr">
              <a:lnSpc>
                <a:spcPct val="100000"/>
              </a:lnSpc>
              <a:buNone/>
              <a:tabLst>
                <a:tab algn="l" pos="0"/>
              </a:tabLst>
            </a:pPr>
            <a:r>
              <a:rPr b="0" lang="en-US" sz="3200" strike="noStrike" u="none">
                <a:solidFill>
                  <a:srgbClr val="0070c0"/>
                </a:solidFill>
                <a:effectLst/>
                <a:uFillTx/>
                <a:latin typeface="Calibri"/>
              </a:rPr>
              <a:t>Tech Stack</a:t>
            </a:r>
            <a:endParaRPr b="0" lang="en-US" sz="3200" strike="noStrike" u="none">
              <a:solidFill>
                <a:srgbClr val="000000"/>
              </a:solidFill>
              <a:effectLst/>
              <a:uFillTx/>
              <a:latin typeface="Arial"/>
            </a:endParaRPr>
          </a:p>
        </p:txBody>
      </p:sp>
      <p:sp>
        <p:nvSpPr>
          <p:cNvPr id="90" name="PlaceHolder 2"/>
          <p:cNvSpPr>
            <a:spLocks noGrp="1"/>
          </p:cNvSpPr>
          <p:nvPr>
            <p:ph/>
          </p:nvPr>
        </p:nvSpPr>
        <p:spPr>
          <a:xfrm>
            <a:off x="457920" y="685800"/>
            <a:ext cx="8228520" cy="5333040"/>
          </a:xfrm>
          <a:prstGeom prst="rect">
            <a:avLst/>
          </a:prstGeom>
          <a:noFill/>
          <a:ln w="0">
            <a:noFill/>
          </a:ln>
        </p:spPr>
        <p:txBody>
          <a:bodyPr numCol="1" spcCol="0" lIns="91440" rIns="91440" tIns="45720" bIns="45720" anchor="t">
            <a:noAutofit/>
          </a:bodyPr>
          <a:p>
            <a:pPr indent="0">
              <a:lnSpc>
                <a:spcPct val="100000"/>
              </a:lnSpc>
              <a:spcBef>
                <a:spcPts val="360"/>
              </a:spcBef>
              <a:buNone/>
              <a:tabLst>
                <a:tab algn="l" pos="0"/>
              </a:tabLst>
            </a:pPr>
            <a:endParaRPr b="0" lang="en-US" sz="1800" strike="noStrike" u="none">
              <a:solidFill>
                <a:srgbClr val="000000"/>
              </a:solidFill>
              <a:effectLst/>
              <a:uFillTx/>
              <a:latin typeface="Arial"/>
            </a:endParaRPr>
          </a:p>
          <a:p>
            <a:pPr indent="0">
              <a:lnSpc>
                <a:spcPct val="115000"/>
              </a:lnSpc>
              <a:spcAft>
                <a:spcPts val="1199"/>
              </a:spcAft>
              <a:buNone/>
              <a:tabLst>
                <a:tab algn="l" pos="0"/>
              </a:tabLst>
            </a:pPr>
            <a:r>
              <a:rPr b="0" lang="en-US" sz="1800" strike="noStrike" u="none">
                <a:solidFill>
                  <a:schemeClr val="dk1"/>
                </a:solidFill>
                <a:effectLst/>
                <a:uFillTx/>
                <a:latin typeface="Calibri"/>
                <a:ea typeface="Tahoma"/>
              </a:rPr>
              <a:t>The application is built using a local-first tech stack which runs on Ollama:</a:t>
            </a:r>
            <a:endParaRPr b="0" lang="en-US" sz="1800" strike="noStrike" u="none">
              <a:solidFill>
                <a:srgbClr val="000000"/>
              </a:solidFill>
              <a:effectLst/>
              <a:uFillTx/>
              <a:latin typeface="Arial"/>
            </a:endParaRPr>
          </a:p>
          <a:p>
            <a:pPr marL="450360" indent="0">
              <a:lnSpc>
                <a:spcPct val="115000"/>
              </a:lnSpc>
              <a:spcAft>
                <a:spcPts val="1236"/>
              </a:spcAft>
              <a:buNone/>
              <a:tabLst>
                <a:tab algn="l" pos="0"/>
              </a:tabLst>
            </a:pPr>
            <a:r>
              <a:rPr b="1" lang="en-US" sz="1400" strike="noStrike" u="none">
                <a:solidFill>
                  <a:schemeClr val="dk1"/>
                </a:solidFill>
                <a:effectLst/>
                <a:uFillTx/>
                <a:latin typeface="Calibri"/>
                <a:ea typeface="Tahoma"/>
              </a:rPr>
              <a:t>Framework:</a:t>
            </a:r>
            <a:r>
              <a:rPr b="0" lang="en-US" sz="1400" strike="noStrike" u="none">
                <a:solidFill>
                  <a:schemeClr val="dk1"/>
                </a:solidFill>
                <a:effectLst/>
                <a:uFillTx/>
                <a:latin typeface="Calibri"/>
                <a:ea typeface="Tahoma"/>
              </a:rPr>
              <a:t> LangChain for RAG pipeline orchestration</a:t>
            </a:r>
            <a:endParaRPr b="0" lang="en-US" sz="1400" strike="noStrike" u="none">
              <a:solidFill>
                <a:srgbClr val="000000"/>
              </a:solidFill>
              <a:effectLst/>
              <a:uFillTx/>
              <a:latin typeface="Arial"/>
            </a:endParaRPr>
          </a:p>
          <a:p>
            <a:pPr marL="450360" indent="0">
              <a:lnSpc>
                <a:spcPct val="115000"/>
              </a:lnSpc>
              <a:spcAft>
                <a:spcPts val="1236"/>
              </a:spcAft>
              <a:buNone/>
              <a:tabLst>
                <a:tab algn="l" pos="0"/>
              </a:tabLst>
            </a:pPr>
            <a:r>
              <a:rPr b="1" lang="en-US" sz="1400" strike="noStrike" u="none">
                <a:solidFill>
                  <a:schemeClr val="dk1"/>
                </a:solidFill>
                <a:effectLst/>
                <a:uFillTx/>
                <a:latin typeface="Calibri"/>
                <a:ea typeface="Tahoma"/>
              </a:rPr>
              <a:t>LLM:</a:t>
            </a:r>
            <a:r>
              <a:rPr b="0" lang="en-US" sz="1400" strike="noStrike" u="none">
                <a:solidFill>
                  <a:schemeClr val="dk1"/>
                </a:solidFill>
                <a:effectLst/>
                <a:uFillTx/>
                <a:latin typeface="Calibri"/>
                <a:ea typeface="Tahoma"/>
              </a:rPr>
              <a:t> llama3.2:3b via Ollama for local inference</a:t>
            </a:r>
            <a:endParaRPr b="0" lang="en-US" sz="1400" strike="noStrike" u="none">
              <a:solidFill>
                <a:srgbClr val="000000"/>
              </a:solidFill>
              <a:effectLst/>
              <a:uFillTx/>
              <a:latin typeface="Arial"/>
            </a:endParaRPr>
          </a:p>
          <a:p>
            <a:pPr marL="450360" indent="0">
              <a:lnSpc>
                <a:spcPct val="115000"/>
              </a:lnSpc>
              <a:spcAft>
                <a:spcPts val="1236"/>
              </a:spcAft>
              <a:buNone/>
              <a:tabLst>
                <a:tab algn="l" pos="0"/>
              </a:tabLst>
            </a:pPr>
            <a:r>
              <a:rPr b="1" lang="en-US" sz="1400" strike="noStrike" u="none">
                <a:solidFill>
                  <a:schemeClr val="dk1"/>
                </a:solidFill>
                <a:effectLst/>
                <a:uFillTx/>
                <a:latin typeface="Calibri"/>
                <a:ea typeface="Tahoma"/>
              </a:rPr>
              <a:t>Embeddings:</a:t>
            </a:r>
            <a:r>
              <a:rPr b="0" lang="en-US" sz="1400" strike="noStrike" u="none">
                <a:solidFill>
                  <a:schemeClr val="dk1"/>
                </a:solidFill>
                <a:effectLst/>
                <a:uFillTx/>
                <a:latin typeface="Calibri"/>
                <a:ea typeface="Tahoma"/>
              </a:rPr>
              <a:t> nomic-embed-text via Ollama </a:t>
            </a:r>
            <a:endParaRPr b="0" lang="en-US" sz="1400" strike="noStrike" u="none">
              <a:solidFill>
                <a:srgbClr val="000000"/>
              </a:solidFill>
              <a:effectLst/>
              <a:uFillTx/>
              <a:latin typeface="Arial"/>
            </a:endParaRPr>
          </a:p>
          <a:p>
            <a:pPr marL="450360" indent="0">
              <a:lnSpc>
                <a:spcPct val="115000"/>
              </a:lnSpc>
              <a:spcAft>
                <a:spcPts val="1236"/>
              </a:spcAft>
              <a:buNone/>
              <a:tabLst>
                <a:tab algn="l" pos="0"/>
              </a:tabLst>
            </a:pPr>
            <a:r>
              <a:rPr b="1" lang="en-US" sz="1400" strike="noStrike" u="none">
                <a:solidFill>
                  <a:schemeClr val="dk1"/>
                </a:solidFill>
                <a:effectLst/>
                <a:uFillTx/>
                <a:latin typeface="Calibri"/>
                <a:ea typeface="Tahoma"/>
              </a:rPr>
              <a:t>Vector Database:</a:t>
            </a:r>
            <a:r>
              <a:rPr b="0" lang="en-US" sz="1400" strike="noStrike" u="none">
                <a:solidFill>
                  <a:schemeClr val="dk1"/>
                </a:solidFill>
                <a:effectLst/>
                <a:uFillTx/>
                <a:latin typeface="Calibri"/>
                <a:ea typeface="Tahoma"/>
              </a:rPr>
              <a:t> ChromaDB for persistent vector storage</a:t>
            </a:r>
            <a:endParaRPr b="0" lang="en-US" sz="1400" strike="noStrike" u="none">
              <a:solidFill>
                <a:srgbClr val="000000"/>
              </a:solidFill>
              <a:effectLst/>
              <a:uFillTx/>
              <a:latin typeface="Arial"/>
            </a:endParaRPr>
          </a:p>
          <a:p>
            <a:pPr marL="450360" indent="0">
              <a:lnSpc>
                <a:spcPct val="115000"/>
              </a:lnSpc>
              <a:spcAft>
                <a:spcPts val="1236"/>
              </a:spcAft>
              <a:buNone/>
              <a:tabLst>
                <a:tab algn="l" pos="0"/>
              </a:tabLst>
            </a:pPr>
            <a:r>
              <a:rPr b="1" lang="en-US" sz="1400" strike="noStrike" u="none">
                <a:solidFill>
                  <a:schemeClr val="dk1"/>
                </a:solidFill>
                <a:effectLst/>
                <a:uFillTx/>
                <a:latin typeface="Calibri"/>
                <a:ea typeface="Tahoma"/>
              </a:rPr>
              <a:t>SQL Database:</a:t>
            </a:r>
            <a:r>
              <a:rPr b="0" lang="en-US" sz="1400" strike="noStrike" u="none">
                <a:solidFill>
                  <a:schemeClr val="dk1"/>
                </a:solidFill>
                <a:effectLst/>
                <a:uFillTx/>
                <a:latin typeface="Calibri"/>
                <a:ea typeface="Tahoma"/>
              </a:rPr>
              <a:t> SQLite3 (built-in Python library)</a:t>
            </a:r>
            <a:endParaRPr b="0" lang="en-US" sz="1400" strike="noStrike" u="none">
              <a:solidFill>
                <a:srgbClr val="000000"/>
              </a:solidFill>
              <a:effectLst/>
              <a:uFillTx/>
              <a:latin typeface="Arial"/>
            </a:endParaRPr>
          </a:p>
          <a:p>
            <a:pPr marL="450360" indent="0">
              <a:lnSpc>
                <a:spcPct val="115000"/>
              </a:lnSpc>
              <a:spcAft>
                <a:spcPts val="1236"/>
              </a:spcAft>
              <a:buNone/>
              <a:tabLst>
                <a:tab algn="l" pos="0"/>
              </a:tabLst>
            </a:pPr>
            <a:r>
              <a:rPr b="1" lang="en-US" sz="1400" strike="noStrike" u="none">
                <a:solidFill>
                  <a:schemeClr val="dk1"/>
                </a:solidFill>
                <a:effectLst/>
                <a:uFillTx/>
                <a:latin typeface="Calibri"/>
                <a:ea typeface="Tahoma"/>
              </a:rPr>
              <a:t>UI Framework:</a:t>
            </a:r>
            <a:r>
              <a:rPr b="0" lang="en-US" sz="1400" strike="noStrike" u="none">
                <a:solidFill>
                  <a:schemeClr val="dk1"/>
                </a:solidFill>
                <a:effectLst/>
                <a:uFillTx/>
                <a:latin typeface="Calibri"/>
                <a:ea typeface="Tahoma"/>
              </a:rPr>
              <a:t> Gradio for web-based interface</a:t>
            </a:r>
            <a:endParaRPr b="0" lang="en-US" sz="1400" strike="noStrike" u="none">
              <a:solidFill>
                <a:srgbClr val="000000"/>
              </a:solidFill>
              <a:effectLst/>
              <a:uFillTx/>
              <a:latin typeface="Arial"/>
            </a:endParaRPr>
          </a:p>
          <a:p>
            <a:pPr marL="450360" indent="0">
              <a:lnSpc>
                <a:spcPct val="115000"/>
              </a:lnSpc>
              <a:spcAft>
                <a:spcPts val="1236"/>
              </a:spcAft>
              <a:buNone/>
              <a:tabLst>
                <a:tab algn="l" pos="0"/>
              </a:tabLst>
            </a:pPr>
            <a:r>
              <a:rPr b="1" lang="en-US" sz="1400" strike="noStrike" u="none">
                <a:solidFill>
                  <a:schemeClr val="dk1"/>
                </a:solidFill>
                <a:effectLst/>
                <a:uFillTx/>
                <a:latin typeface="Calibri"/>
                <a:ea typeface="Tahoma"/>
              </a:rPr>
              <a:t>Speech-to-Text:</a:t>
            </a:r>
            <a:r>
              <a:rPr b="0" lang="en-US" sz="1400" strike="noStrike" u="none">
                <a:solidFill>
                  <a:schemeClr val="dk1"/>
                </a:solidFill>
                <a:effectLst/>
                <a:uFillTx/>
                <a:latin typeface="Calibri"/>
                <a:ea typeface="Tahoma"/>
              </a:rPr>
              <a:t> OpenAI Whisper</a:t>
            </a:r>
            <a:endParaRPr b="0" lang="en-US" sz="1400" strike="noStrike" u="none">
              <a:solidFill>
                <a:srgbClr val="000000"/>
              </a:solidFill>
              <a:effectLst/>
              <a:uFillTx/>
              <a:latin typeface="Arial"/>
            </a:endParaRPr>
          </a:p>
          <a:p>
            <a:pPr marL="450360" indent="0">
              <a:lnSpc>
                <a:spcPct val="115000"/>
              </a:lnSpc>
              <a:spcAft>
                <a:spcPts val="1236"/>
              </a:spcAft>
              <a:buNone/>
              <a:tabLst>
                <a:tab algn="l" pos="0"/>
              </a:tabLst>
            </a:pPr>
            <a:r>
              <a:rPr b="1" lang="en-US" sz="1400" strike="noStrike" u="none">
                <a:solidFill>
                  <a:schemeClr val="dk1"/>
                </a:solidFill>
                <a:effectLst/>
                <a:uFillTx/>
                <a:latin typeface="Calibri"/>
                <a:ea typeface="Tahoma"/>
              </a:rPr>
              <a:t>Text-to-Speech: </a:t>
            </a:r>
            <a:r>
              <a:rPr b="0" lang="en-US" sz="1400" strike="noStrike" u="none">
                <a:solidFill>
                  <a:schemeClr val="dk1"/>
                </a:solidFill>
                <a:effectLst/>
                <a:uFillTx/>
                <a:latin typeface="Calibri"/>
                <a:ea typeface="Tahoma"/>
              </a:rPr>
              <a:t>macOS say command + ffmpeg for audio conversion</a:t>
            </a:r>
            <a:endParaRPr b="0" lang="en-US" sz="1400" strike="noStrike" u="none">
              <a:solidFill>
                <a:srgbClr val="000000"/>
              </a:solidFill>
              <a:effectLst/>
              <a:uFillTx/>
              <a:latin typeface="Arial"/>
            </a:endParaRPr>
          </a:p>
          <a:p>
            <a:pPr marL="450360" indent="0">
              <a:lnSpc>
                <a:spcPct val="115000"/>
              </a:lnSpc>
              <a:spcAft>
                <a:spcPts val="1236"/>
              </a:spcAft>
              <a:buNone/>
              <a:tabLst>
                <a:tab algn="l" pos="0"/>
              </a:tabLst>
            </a:pPr>
            <a:r>
              <a:rPr b="1" lang="en-US" sz="1400" strike="noStrike" u="none">
                <a:solidFill>
                  <a:schemeClr val="dk1"/>
                </a:solidFill>
                <a:effectLst/>
                <a:uFillTx/>
                <a:latin typeface="Calibri"/>
                <a:ea typeface="Tahoma"/>
              </a:rPr>
              <a:t>PDF Processing:</a:t>
            </a:r>
            <a:r>
              <a:rPr b="0" lang="en-US" sz="1400" strike="noStrike" u="none">
                <a:solidFill>
                  <a:schemeClr val="dk1"/>
                </a:solidFill>
                <a:effectLst/>
                <a:uFillTx/>
                <a:latin typeface="Calibri"/>
                <a:ea typeface="Tahoma"/>
              </a:rPr>
              <a:t> pypdf 3.17.0s</a:t>
            </a:r>
            <a:endParaRPr b="0" lang="en-US" sz="1400" strike="noStrike" u="none">
              <a:solidFill>
                <a:srgbClr val="000000"/>
              </a:solidFill>
              <a:effectLst/>
              <a:uFillTx/>
              <a:latin typeface="Arial"/>
            </a:endParaRPr>
          </a:p>
          <a:p>
            <a:pPr marL="450360" indent="0">
              <a:lnSpc>
                <a:spcPct val="115000"/>
              </a:lnSpc>
              <a:spcAft>
                <a:spcPts val="1236"/>
              </a:spcAft>
              <a:buNone/>
              <a:tabLst>
                <a:tab algn="l" pos="0"/>
              </a:tabLst>
            </a:pPr>
            <a:r>
              <a:rPr b="1" lang="en-US" sz="1400" strike="noStrike" u="none">
                <a:solidFill>
                  <a:schemeClr val="dk1"/>
                </a:solidFill>
                <a:effectLst/>
                <a:uFillTx/>
                <a:latin typeface="Calibri"/>
                <a:ea typeface="Tahoma"/>
              </a:rPr>
              <a:t>Environment Management:</a:t>
            </a:r>
            <a:r>
              <a:rPr b="0" lang="en-US" sz="1400" strike="noStrike" u="none">
                <a:solidFill>
                  <a:schemeClr val="dk1"/>
                </a:solidFill>
                <a:effectLst/>
                <a:uFillTx/>
                <a:latin typeface="Calibri"/>
                <a:ea typeface="Tahoma"/>
              </a:rPr>
              <a:t> uv (Universal Virtualenv Manager)</a:t>
            </a:r>
            <a:endParaRPr b="0" lang="en-US" sz="1400" strike="noStrike" u="none">
              <a:solidFill>
                <a:srgbClr val="000000"/>
              </a:solidFill>
              <a:effectLst/>
              <a:uFillTx/>
              <a:latin typeface="Arial"/>
            </a:endParaRPr>
          </a:p>
          <a:p>
            <a:pPr marL="450360" indent="0">
              <a:lnSpc>
                <a:spcPct val="115000"/>
              </a:lnSpc>
              <a:spcAft>
                <a:spcPts val="1236"/>
              </a:spcAft>
              <a:buNone/>
              <a:tabLst>
                <a:tab algn="l" pos="0"/>
              </a:tabLst>
            </a:pPr>
            <a:endParaRPr b="0" lang="en-US" sz="1100" strike="noStrike" u="none">
              <a:solidFill>
                <a:srgbClr val="000000"/>
              </a:solidFill>
              <a:effectLst/>
              <a:uFillTx/>
              <a:latin typeface="Arial"/>
            </a:endParaRPr>
          </a:p>
          <a:p>
            <a:pPr marL="450360" indent="0">
              <a:lnSpc>
                <a:spcPct val="115000"/>
              </a:lnSpc>
              <a:spcAft>
                <a:spcPts val="1236"/>
              </a:spcAft>
              <a:buNone/>
              <a:tabLst>
                <a:tab algn="l" pos="0"/>
              </a:tabLst>
            </a:pPr>
            <a:r>
              <a:rPr b="1" lang="en-US" sz="1100" strike="noStrike" u="none">
                <a:solidFill>
                  <a:schemeClr val="dk1"/>
                </a:solidFill>
                <a:effectLst/>
                <a:uFillTx/>
                <a:latin typeface="Calibri"/>
                <a:ea typeface="Tahoma"/>
              </a:rPr>
              <a:t>Note: </a:t>
            </a:r>
            <a:r>
              <a:rPr b="0" lang="en-US" sz="1100" strike="noStrike" u="none">
                <a:solidFill>
                  <a:schemeClr val="dk1"/>
                </a:solidFill>
                <a:effectLst/>
                <a:uFillTx/>
                <a:latin typeface="Calibri"/>
                <a:ea typeface="Tahoma"/>
              </a:rPr>
              <a:t>The Agent was built, tested, and demoed on an Apple Mac Studio (M1 Max Chip, 10-core CPU, 32-core GPU, 64 GB RAM). </a:t>
            </a:r>
            <a:endParaRPr b="0" lang="en-US" sz="1100" strike="noStrike" u="none">
              <a:solidFill>
                <a:srgbClr val="000000"/>
              </a:solidFill>
              <a:effectLst/>
              <a:uFillTx/>
              <a:latin typeface="Arial"/>
            </a:endParaRPr>
          </a:p>
        </p:txBody>
      </p:sp>
      <p:sp>
        <p:nvSpPr>
          <p:cNvPr id="91" name="PlaceHolder 3"/>
          <p:cNvSpPr>
            <a:spLocks noGrp="1"/>
          </p:cNvSpPr>
          <p:nvPr>
            <p:ph type="ftr" idx="46"/>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@RobertFrenette</a:t>
            </a:r>
            <a:endParaRPr b="0" lang="en-US" sz="1200" strike="noStrike" u="none">
              <a:solidFill>
                <a:srgbClr val="000000"/>
              </a:solidFill>
              <a:effectLst/>
              <a:uFillTx/>
              <a:latin typeface="Times New Roman"/>
            </a:endParaRPr>
          </a:p>
        </p:txBody>
      </p:sp>
      <p:sp>
        <p:nvSpPr>
          <p:cNvPr id="92" name="PlaceHolder 4"/>
          <p:cNvSpPr>
            <a:spLocks noGrp="1"/>
          </p:cNvSpPr>
          <p:nvPr>
            <p:ph type="sldNum" idx="47"/>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1" lang="en-US" sz="1600" strike="noStrike" u="none">
                <a:solidFill>
                  <a:schemeClr val="dk1">
                    <a:tint val="75000"/>
                  </a:schemeClr>
                </a:solidFill>
                <a:effectLst/>
                <a:uFillTx/>
                <a:latin typeface="Calibri"/>
              </a:defRPr>
            </a:lvl1pPr>
          </a:lstStyle>
          <a:p>
            <a:pPr indent="0" algn="r">
              <a:lnSpc>
                <a:spcPct val="100000"/>
              </a:lnSpc>
              <a:buNone/>
              <a:tabLst>
                <a:tab algn="l" pos="0"/>
              </a:tabLst>
            </a:pPr>
            <a:fld id="{685FCB76-04C7-461E-95E8-620CA3D49FB5}" type="slidenum">
              <a:rPr b="1" lang="en-US" sz="1600" strike="noStrike" u="none">
                <a:solidFill>
                  <a:schemeClr val="dk1">
                    <a:tint val="75000"/>
                  </a:schemeClr>
                </a:solidFill>
                <a:effectLst/>
                <a:uFillTx/>
                <a:latin typeface="Calibri"/>
              </a:rPr>
              <a:t>4</a:t>
            </a:fld>
            <a:endParaRPr b="0" lang="en-US" sz="16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120600"/>
            <a:ext cx="8228520" cy="714960"/>
          </a:xfrm>
          <a:prstGeom prst="rect">
            <a:avLst/>
          </a:prstGeom>
          <a:noFill/>
          <a:ln w="0">
            <a:noFill/>
          </a:ln>
        </p:spPr>
        <p:txBody>
          <a:bodyPr numCol="1" spcCol="0" lIns="91440" rIns="91440" tIns="45720" bIns="45720" anchor="ctr">
            <a:normAutofit/>
          </a:bodyPr>
          <a:p>
            <a:pPr indent="0" algn="ctr">
              <a:lnSpc>
                <a:spcPct val="100000"/>
              </a:lnSpc>
              <a:buNone/>
              <a:tabLst>
                <a:tab algn="l" pos="0"/>
              </a:tabLst>
            </a:pPr>
            <a:r>
              <a:rPr b="0" lang="en-US" sz="3200" strike="noStrike" u="none">
                <a:solidFill>
                  <a:srgbClr val="0070c0"/>
                </a:solidFill>
                <a:effectLst/>
                <a:uFillTx/>
                <a:latin typeface="Calibri"/>
              </a:rPr>
              <a:t>Data Sets</a:t>
            </a:r>
            <a:endParaRPr b="0" lang="en-US" sz="3200" strike="noStrike" u="none">
              <a:solidFill>
                <a:srgbClr val="000000"/>
              </a:solidFill>
              <a:effectLst/>
              <a:uFillTx/>
              <a:latin typeface="Arial"/>
            </a:endParaRPr>
          </a:p>
        </p:txBody>
      </p:sp>
      <p:sp>
        <p:nvSpPr>
          <p:cNvPr id="94" name="PlaceHolder 2"/>
          <p:cNvSpPr>
            <a:spLocks noGrp="1"/>
          </p:cNvSpPr>
          <p:nvPr>
            <p:ph/>
          </p:nvPr>
        </p:nvSpPr>
        <p:spPr>
          <a:xfrm>
            <a:off x="457200" y="835920"/>
            <a:ext cx="8228520" cy="2251440"/>
          </a:xfrm>
          <a:prstGeom prst="rect">
            <a:avLst/>
          </a:prstGeom>
          <a:noFill/>
          <a:ln w="0">
            <a:noFill/>
          </a:ln>
        </p:spPr>
        <p:txBody>
          <a:bodyPr numCol="1" spcCol="0" lIns="0" rIns="0" tIns="0" bIns="0" anchor="t">
            <a:spAutoFit/>
          </a:bodyPr>
          <a:p>
            <a:pPr indent="0">
              <a:lnSpc>
                <a:spcPct val="115000"/>
              </a:lnSpc>
              <a:spcAft>
                <a:spcPts val="1199"/>
              </a:spcAft>
              <a:buNone/>
              <a:tabLst>
                <a:tab algn="l" pos="0"/>
              </a:tabLst>
            </a:pPr>
            <a:r>
              <a:rPr b="1" lang="en-US" sz="1800" strike="noStrike" u="none">
                <a:solidFill>
                  <a:schemeClr val="dk1"/>
                </a:solidFill>
                <a:effectLst/>
                <a:uFillTx/>
                <a:latin typeface="Calibri"/>
              </a:rPr>
              <a:t>Structured Data</a:t>
            </a:r>
            <a:endParaRPr b="0" lang="en-US" sz="1800" strike="noStrike" u="none">
              <a:solidFill>
                <a:srgbClr val="000000"/>
              </a:solidFill>
              <a:effectLst/>
              <a:uFillTx/>
              <a:latin typeface="Arial"/>
            </a:endParaRPr>
          </a:p>
          <a:p>
            <a:pPr indent="0">
              <a:lnSpc>
                <a:spcPct val="115000"/>
              </a:lnSpc>
              <a:spcAft>
                <a:spcPts val="1199"/>
              </a:spcAft>
              <a:buNone/>
              <a:tabLst>
                <a:tab algn="l" pos="0"/>
              </a:tabLst>
            </a:pPr>
            <a:r>
              <a:rPr b="0" lang="en-US" sz="1800" strike="noStrike" u="none">
                <a:solidFill>
                  <a:schemeClr val="dk1"/>
                </a:solidFill>
                <a:effectLst/>
                <a:uFillTx/>
                <a:latin typeface="Calibri"/>
              </a:rPr>
              <a:t>CSVs / SQLite DB</a:t>
            </a:r>
            <a:endParaRPr b="0" lang="en-US" sz="1800" strike="noStrike" u="none">
              <a:solidFill>
                <a:srgbClr val="000000"/>
              </a:solidFill>
              <a:effectLst/>
              <a:uFillTx/>
              <a:latin typeface="Arial"/>
            </a:endParaRPr>
          </a:p>
          <a:p>
            <a:pPr marL="343080" indent="-343080">
              <a:lnSpc>
                <a:spcPct val="100000"/>
              </a:lnSpc>
              <a:spcBef>
                <a:spcPts val="360"/>
              </a:spcBef>
              <a:buClr>
                <a:srgbClr val="0070c0"/>
              </a:buClr>
              <a:buFont typeface="Wingdings" charset="2"/>
              <a:buChar char=""/>
              <a:tabLst>
                <a:tab algn="l" pos="0"/>
              </a:tabLst>
            </a:pPr>
            <a:r>
              <a:rPr b="0" lang="en-US" sz="1800" strike="noStrike" u="none">
                <a:solidFill>
                  <a:schemeClr val="dk1"/>
                </a:solidFill>
                <a:effectLst/>
                <a:uFillTx/>
                <a:latin typeface="Calibri"/>
              </a:rPr>
              <a:t>100 insureds with 208 policies</a:t>
            </a:r>
            <a:endParaRPr b="0" lang="en-US" sz="1800" strike="noStrike" u="none">
              <a:solidFill>
                <a:srgbClr val="000000"/>
              </a:solidFill>
              <a:effectLst/>
              <a:uFillTx/>
              <a:latin typeface="Arial"/>
            </a:endParaRPr>
          </a:p>
          <a:p>
            <a:pPr marL="343080" indent="-343080">
              <a:lnSpc>
                <a:spcPct val="100000"/>
              </a:lnSpc>
              <a:spcBef>
                <a:spcPts val="360"/>
              </a:spcBef>
              <a:buClr>
                <a:srgbClr val="0070c0"/>
              </a:buClr>
              <a:buFont typeface="Wingdings" charset="2"/>
              <a:buChar char=""/>
              <a:tabLst>
                <a:tab algn="l" pos="0"/>
              </a:tabLst>
            </a:pPr>
            <a:r>
              <a:rPr b="0" lang="en-US" sz="1800" strike="noStrike" u="none">
                <a:solidFill>
                  <a:schemeClr val="dk1"/>
                </a:solidFill>
                <a:effectLst/>
                <a:uFillTx/>
                <a:latin typeface="Calibri"/>
              </a:rPr>
              <a:t>46 claims</a:t>
            </a:r>
            <a:endParaRPr b="0" lang="en-US" sz="1800" strike="noStrike" u="none">
              <a:solidFill>
                <a:srgbClr val="000000"/>
              </a:solidFill>
              <a:effectLst/>
              <a:uFillTx/>
              <a:latin typeface="Arial"/>
            </a:endParaRPr>
          </a:p>
          <a:p>
            <a:pPr marL="343080" indent="-343080">
              <a:lnSpc>
                <a:spcPct val="100000"/>
              </a:lnSpc>
              <a:spcBef>
                <a:spcPts val="360"/>
              </a:spcBef>
              <a:buClr>
                <a:srgbClr val="0070c0"/>
              </a:buClr>
              <a:buFont typeface="Wingdings" charset="2"/>
              <a:buChar char=""/>
              <a:tabLst>
                <a:tab algn="l" pos="0"/>
              </a:tabLst>
            </a:pPr>
            <a:r>
              <a:rPr b="0" lang="en-US" sz="1800" strike="noStrike" u="none">
                <a:solidFill>
                  <a:schemeClr val="dk1"/>
                </a:solidFill>
                <a:effectLst/>
                <a:uFillTx/>
                <a:latin typeface="Calibri"/>
              </a:rPr>
              <a:t>Associated coverage details, risk profiles, and claims history in five related tables </a:t>
            </a:r>
            <a:endParaRPr b="0" lang="en-US" sz="1800" strike="noStrike" u="none">
              <a:solidFill>
                <a:srgbClr val="000000"/>
              </a:solidFill>
              <a:effectLst/>
              <a:uFillTx/>
              <a:latin typeface="Arial"/>
            </a:endParaRPr>
          </a:p>
          <a:p>
            <a:pPr indent="0">
              <a:lnSpc>
                <a:spcPct val="115000"/>
              </a:lnSpc>
              <a:spcAft>
                <a:spcPts val="1199"/>
              </a:spcAft>
              <a:buNone/>
              <a:tabLst>
                <a:tab algn="l" pos="0"/>
              </a:tabLst>
            </a:pPr>
            <a:endParaRPr b="0" lang="en-US" sz="1800" strike="noStrike" u="none">
              <a:solidFill>
                <a:srgbClr val="000000"/>
              </a:solidFill>
              <a:effectLst/>
              <a:uFillTx/>
              <a:latin typeface="Arial"/>
            </a:endParaRPr>
          </a:p>
          <a:p>
            <a:pPr indent="0">
              <a:lnSpc>
                <a:spcPct val="115000"/>
              </a:lnSpc>
              <a:spcAft>
                <a:spcPts val="1199"/>
              </a:spcAft>
              <a:buNone/>
              <a:tabLst>
                <a:tab algn="l" pos="0"/>
              </a:tabLst>
            </a:pPr>
            <a:endParaRPr b="0" lang="en-US" sz="1800" strike="noStrike" u="none">
              <a:solidFill>
                <a:srgbClr val="000000"/>
              </a:solidFill>
              <a:effectLst/>
              <a:uFillTx/>
              <a:latin typeface="Arial"/>
            </a:endParaRPr>
          </a:p>
        </p:txBody>
      </p:sp>
      <p:sp>
        <p:nvSpPr>
          <p:cNvPr id="95" name="PlaceHolder 3"/>
          <p:cNvSpPr>
            <a:spLocks noGrp="1"/>
          </p:cNvSpPr>
          <p:nvPr>
            <p:ph type="ftr" idx="48"/>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@RobertFrenette</a:t>
            </a:r>
            <a:endParaRPr b="0" lang="en-US" sz="1200" strike="noStrike" u="none">
              <a:solidFill>
                <a:srgbClr val="000000"/>
              </a:solidFill>
              <a:effectLst/>
              <a:uFillTx/>
              <a:latin typeface="Times New Roman"/>
            </a:endParaRPr>
          </a:p>
        </p:txBody>
      </p:sp>
      <p:sp>
        <p:nvSpPr>
          <p:cNvPr id="96" name="PlaceHolder 4"/>
          <p:cNvSpPr>
            <a:spLocks noGrp="1"/>
          </p:cNvSpPr>
          <p:nvPr>
            <p:ph type="sldNum" idx="49"/>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1" lang="en-US" sz="1600" strike="noStrike" u="none">
                <a:solidFill>
                  <a:schemeClr val="dk1">
                    <a:tint val="75000"/>
                  </a:schemeClr>
                </a:solidFill>
                <a:effectLst/>
                <a:uFillTx/>
                <a:latin typeface="Calibri"/>
              </a:defRPr>
            </a:lvl1pPr>
          </a:lstStyle>
          <a:p>
            <a:pPr indent="0" algn="r">
              <a:lnSpc>
                <a:spcPct val="100000"/>
              </a:lnSpc>
              <a:buNone/>
              <a:tabLst>
                <a:tab algn="l" pos="0"/>
              </a:tabLst>
            </a:pPr>
            <a:fld id="{D20BFA38-6919-452B-AFE0-22297DF1EE6A}" type="slidenum">
              <a:rPr b="1" lang="en-US" sz="1600" strike="noStrike" u="none">
                <a:solidFill>
                  <a:schemeClr val="dk1">
                    <a:tint val="75000"/>
                  </a:schemeClr>
                </a:solidFill>
                <a:effectLst/>
                <a:uFillTx/>
                <a:latin typeface="Calibri"/>
              </a:rPr>
              <a:t>5</a:t>
            </a:fld>
            <a:endParaRPr b="0" lang="en-US" sz="1600" strike="noStrike" u="none">
              <a:solidFill>
                <a:srgbClr val="000000"/>
              </a:solidFill>
              <a:effectLst/>
              <a:uFillTx/>
              <a:latin typeface="Times New Roman"/>
            </a:endParaRPr>
          </a:p>
        </p:txBody>
      </p:sp>
      <p:pic>
        <p:nvPicPr>
          <p:cNvPr id="97" name="" descr=""/>
          <p:cNvPicPr/>
          <p:nvPr/>
        </p:nvPicPr>
        <p:blipFill>
          <a:blip r:embed="rId1"/>
          <a:stretch/>
        </p:blipFill>
        <p:spPr>
          <a:xfrm>
            <a:off x="4763520" y="2971800"/>
            <a:ext cx="3465720" cy="2564280"/>
          </a:xfrm>
          <a:prstGeom prst="rect">
            <a:avLst/>
          </a:prstGeom>
          <a:noFill/>
          <a:ln w="0">
            <a:noFill/>
          </a:ln>
        </p:spPr>
      </p:pic>
      <p:pic>
        <p:nvPicPr>
          <p:cNvPr id="98" name="" descr=""/>
          <p:cNvPicPr/>
          <p:nvPr/>
        </p:nvPicPr>
        <p:blipFill>
          <a:blip r:embed="rId2"/>
          <a:stretch/>
        </p:blipFill>
        <p:spPr>
          <a:xfrm>
            <a:off x="685800" y="2971800"/>
            <a:ext cx="3428280" cy="18536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120600"/>
            <a:ext cx="8228520" cy="714960"/>
          </a:xfrm>
          <a:prstGeom prst="rect">
            <a:avLst/>
          </a:prstGeom>
          <a:noFill/>
          <a:ln w="0">
            <a:noFill/>
          </a:ln>
        </p:spPr>
        <p:txBody>
          <a:bodyPr numCol="1" spcCol="0" lIns="91440" rIns="91440" tIns="45720" bIns="45720" anchor="ctr">
            <a:normAutofit/>
          </a:bodyPr>
          <a:p>
            <a:pPr indent="0" algn="ctr">
              <a:lnSpc>
                <a:spcPct val="100000"/>
              </a:lnSpc>
              <a:buNone/>
              <a:tabLst>
                <a:tab algn="l" pos="0"/>
              </a:tabLst>
            </a:pPr>
            <a:r>
              <a:rPr b="0" lang="en-US" sz="3200" strike="noStrike" u="none">
                <a:solidFill>
                  <a:srgbClr val="0070c0"/>
                </a:solidFill>
                <a:effectLst/>
                <a:uFillTx/>
                <a:latin typeface="Calibri"/>
              </a:rPr>
              <a:t>Data Sets</a:t>
            </a:r>
            <a:endParaRPr b="0" lang="en-US" sz="3200" strike="noStrike" u="none">
              <a:solidFill>
                <a:srgbClr val="000000"/>
              </a:solidFill>
              <a:effectLst/>
              <a:uFillTx/>
              <a:latin typeface="Arial"/>
            </a:endParaRPr>
          </a:p>
        </p:txBody>
      </p:sp>
      <p:sp>
        <p:nvSpPr>
          <p:cNvPr id="100" name="PlaceHolder 2"/>
          <p:cNvSpPr>
            <a:spLocks noGrp="1"/>
          </p:cNvSpPr>
          <p:nvPr>
            <p:ph/>
          </p:nvPr>
        </p:nvSpPr>
        <p:spPr>
          <a:xfrm>
            <a:off x="457200" y="835920"/>
            <a:ext cx="5028840" cy="2675160"/>
          </a:xfrm>
          <a:prstGeom prst="rect">
            <a:avLst/>
          </a:prstGeom>
          <a:noFill/>
          <a:ln w="0">
            <a:noFill/>
          </a:ln>
        </p:spPr>
        <p:txBody>
          <a:bodyPr numCol="1" spcCol="0" lIns="0" rIns="0" tIns="0" bIns="0" anchor="t">
            <a:spAutoFit/>
          </a:bodyPr>
          <a:p>
            <a:pPr indent="0">
              <a:lnSpc>
                <a:spcPct val="115000"/>
              </a:lnSpc>
              <a:spcAft>
                <a:spcPts val="1199"/>
              </a:spcAft>
              <a:buNone/>
              <a:tabLst>
                <a:tab algn="l" pos="0"/>
              </a:tabLst>
            </a:pPr>
            <a:r>
              <a:rPr b="1" lang="en-US" sz="1800" strike="noStrike" u="none">
                <a:solidFill>
                  <a:schemeClr val="dk1"/>
                </a:solidFill>
                <a:effectLst/>
                <a:uFillTx/>
                <a:latin typeface="Calibri"/>
              </a:rPr>
              <a:t>Unstructured Data</a:t>
            </a:r>
            <a:endParaRPr b="0" lang="en-US" sz="1800" strike="noStrike" u="none">
              <a:solidFill>
                <a:srgbClr val="000000"/>
              </a:solidFill>
              <a:effectLst/>
              <a:uFillTx/>
              <a:latin typeface="Arial"/>
            </a:endParaRPr>
          </a:p>
          <a:p>
            <a:pPr indent="0">
              <a:lnSpc>
                <a:spcPct val="115000"/>
              </a:lnSpc>
              <a:spcAft>
                <a:spcPts val="1199"/>
              </a:spcAft>
              <a:buNone/>
              <a:tabLst>
                <a:tab algn="l" pos="0"/>
              </a:tabLst>
            </a:pPr>
            <a:r>
              <a:rPr b="0" lang="en-US" sz="1800" strike="noStrike" u="none">
                <a:solidFill>
                  <a:schemeClr val="dk1"/>
                </a:solidFill>
                <a:effectLst/>
                <a:uFillTx/>
                <a:latin typeface="Calibri"/>
              </a:rPr>
              <a:t>PDFs / ChromaDB Vector Store</a:t>
            </a:r>
            <a:endParaRPr b="0" lang="en-US" sz="1800" strike="noStrike" u="none">
              <a:solidFill>
                <a:srgbClr val="000000"/>
              </a:solidFill>
              <a:effectLst/>
              <a:uFillTx/>
              <a:latin typeface="Arial"/>
            </a:endParaRPr>
          </a:p>
          <a:p>
            <a:pPr marL="343080" indent="-343080">
              <a:lnSpc>
                <a:spcPct val="100000"/>
              </a:lnSpc>
              <a:spcBef>
                <a:spcPts val="360"/>
              </a:spcBef>
              <a:buClr>
                <a:srgbClr val="0070c0"/>
              </a:buClr>
              <a:buFont typeface="Wingdings" charset="2"/>
              <a:buChar char=""/>
              <a:tabLst>
                <a:tab algn="l" pos="0"/>
              </a:tabLst>
            </a:pPr>
            <a:r>
              <a:rPr b="0" lang="en-US" sz="1800" strike="noStrike" u="none">
                <a:solidFill>
                  <a:schemeClr val="dk1"/>
                </a:solidFill>
                <a:effectLst/>
                <a:uFillTx/>
                <a:latin typeface="Calibri"/>
              </a:rPr>
              <a:t>Knowledge base of 20+ PDF documents organized into categories such as company information, agent support guides, procedural documentation, and personnel information. </a:t>
            </a:r>
            <a:endParaRPr b="0" lang="en-US" sz="1800" strike="noStrike" u="none">
              <a:solidFill>
                <a:srgbClr val="000000"/>
              </a:solidFill>
              <a:effectLst/>
              <a:uFillTx/>
              <a:latin typeface="Arial"/>
            </a:endParaRPr>
          </a:p>
          <a:p>
            <a:pPr marL="343080" indent="-343080">
              <a:lnSpc>
                <a:spcPct val="100000"/>
              </a:lnSpc>
              <a:spcBef>
                <a:spcPts val="360"/>
              </a:spcBef>
              <a:buClr>
                <a:srgbClr val="0070c0"/>
              </a:buClr>
              <a:buFont typeface="Wingdings" charset="2"/>
              <a:buChar char=""/>
              <a:tabLst>
                <a:tab algn="l" pos="0"/>
              </a:tabLst>
            </a:pPr>
            <a:r>
              <a:rPr b="0" lang="en-US" sz="1800" strike="noStrike" u="none">
                <a:solidFill>
                  <a:schemeClr val="dk1"/>
                </a:solidFill>
                <a:effectLst/>
                <a:uFillTx/>
                <a:latin typeface="Calibri"/>
              </a:rPr>
              <a:t>PDFs are processed into vector embeddings using nomic-embed-text, then put into a ChromaDB vector store with enhanced metadata (document type, chunk indices, and page counts).</a:t>
            </a:r>
            <a:endParaRPr b="0" lang="en-US" sz="1800" strike="noStrike" u="none">
              <a:solidFill>
                <a:srgbClr val="000000"/>
              </a:solidFill>
              <a:effectLst/>
              <a:uFillTx/>
              <a:latin typeface="Arial"/>
            </a:endParaRPr>
          </a:p>
        </p:txBody>
      </p:sp>
      <p:sp>
        <p:nvSpPr>
          <p:cNvPr id="101" name="PlaceHolder 3"/>
          <p:cNvSpPr>
            <a:spLocks noGrp="1"/>
          </p:cNvSpPr>
          <p:nvPr>
            <p:ph type="ftr" idx="50"/>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@RobertFrenette</a:t>
            </a:r>
            <a:endParaRPr b="0" lang="en-US" sz="1200" strike="noStrike" u="none">
              <a:solidFill>
                <a:srgbClr val="000000"/>
              </a:solidFill>
              <a:effectLst/>
              <a:uFillTx/>
              <a:latin typeface="Times New Roman"/>
            </a:endParaRPr>
          </a:p>
        </p:txBody>
      </p:sp>
      <p:sp>
        <p:nvSpPr>
          <p:cNvPr id="102" name="PlaceHolder 4"/>
          <p:cNvSpPr>
            <a:spLocks noGrp="1"/>
          </p:cNvSpPr>
          <p:nvPr>
            <p:ph type="sldNum" idx="51"/>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1" lang="en-US" sz="1600" strike="noStrike" u="none">
                <a:solidFill>
                  <a:schemeClr val="dk1">
                    <a:tint val="75000"/>
                  </a:schemeClr>
                </a:solidFill>
                <a:effectLst/>
                <a:uFillTx/>
                <a:latin typeface="Calibri"/>
              </a:defRPr>
            </a:lvl1pPr>
          </a:lstStyle>
          <a:p>
            <a:pPr indent="0" algn="r">
              <a:lnSpc>
                <a:spcPct val="100000"/>
              </a:lnSpc>
              <a:buNone/>
              <a:tabLst>
                <a:tab algn="l" pos="0"/>
              </a:tabLst>
            </a:pPr>
            <a:fld id="{023559B0-5CCB-43A0-8BFC-9C74986FEBD1}" type="slidenum">
              <a:rPr b="1" lang="en-US" sz="1600" strike="noStrike" u="none">
                <a:solidFill>
                  <a:schemeClr val="dk1">
                    <a:tint val="75000"/>
                  </a:schemeClr>
                </a:solidFill>
                <a:effectLst/>
                <a:uFillTx/>
                <a:latin typeface="Calibri"/>
              </a:rPr>
              <a:t>&lt;number&gt;</a:t>
            </a:fld>
            <a:endParaRPr b="0" lang="en-US" sz="1600" strike="noStrike" u="none">
              <a:solidFill>
                <a:srgbClr val="000000"/>
              </a:solidFill>
              <a:effectLst/>
              <a:uFillTx/>
              <a:latin typeface="Times New Roman"/>
            </a:endParaRPr>
          </a:p>
        </p:txBody>
      </p:sp>
      <p:pic>
        <p:nvPicPr>
          <p:cNvPr id="103" name="" descr=""/>
          <p:cNvPicPr/>
          <p:nvPr/>
        </p:nvPicPr>
        <p:blipFill>
          <a:blip r:embed="rId1"/>
          <a:stretch/>
        </p:blipFill>
        <p:spPr>
          <a:xfrm>
            <a:off x="5612040" y="1143000"/>
            <a:ext cx="3531600" cy="4878720"/>
          </a:xfrm>
          <a:prstGeom prst="rect">
            <a:avLst/>
          </a:prstGeom>
          <a:noFill/>
          <a:ln w="0">
            <a:noFill/>
          </a:ln>
        </p:spPr>
      </p:pic>
      <p:pic>
        <p:nvPicPr>
          <p:cNvPr id="104" name="" descr=""/>
          <p:cNvPicPr/>
          <p:nvPr/>
        </p:nvPicPr>
        <p:blipFill>
          <a:blip r:embed="rId2"/>
          <a:stretch/>
        </p:blipFill>
        <p:spPr>
          <a:xfrm>
            <a:off x="914400" y="3886200"/>
            <a:ext cx="4156560" cy="21074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120600"/>
            <a:ext cx="8228520" cy="714960"/>
          </a:xfrm>
          <a:prstGeom prst="rect">
            <a:avLst/>
          </a:prstGeom>
          <a:noFill/>
          <a:ln w="0">
            <a:noFill/>
          </a:ln>
        </p:spPr>
        <p:txBody>
          <a:bodyPr numCol="1" spcCol="0" lIns="91440" rIns="91440" tIns="45720" bIns="45720" anchor="ctr">
            <a:normAutofit/>
          </a:bodyPr>
          <a:p>
            <a:pPr indent="0" algn="ctr">
              <a:lnSpc>
                <a:spcPct val="100000"/>
              </a:lnSpc>
              <a:buNone/>
              <a:tabLst>
                <a:tab algn="l" pos="0"/>
              </a:tabLst>
            </a:pPr>
            <a:r>
              <a:rPr b="0" lang="en-US" sz="3200" strike="noStrike" u="none">
                <a:solidFill>
                  <a:srgbClr val="0070c0"/>
                </a:solidFill>
                <a:effectLst/>
                <a:uFillTx/>
                <a:latin typeface="Calibri"/>
              </a:rPr>
              <a:t>Demo</a:t>
            </a:r>
            <a:endParaRPr b="0" lang="en-US" sz="3200" strike="noStrike" u="none">
              <a:solidFill>
                <a:srgbClr val="000000"/>
              </a:solidFill>
              <a:effectLst/>
              <a:uFillTx/>
              <a:latin typeface="Arial"/>
            </a:endParaRPr>
          </a:p>
        </p:txBody>
      </p:sp>
      <p:sp>
        <p:nvSpPr>
          <p:cNvPr id="106" name="PlaceHolder 2"/>
          <p:cNvSpPr>
            <a:spLocks noGrp="1"/>
          </p:cNvSpPr>
          <p:nvPr>
            <p:ph type="ftr" idx="52"/>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@RobertFrenette</a:t>
            </a:r>
            <a:endParaRPr b="0" lang="en-US" sz="1200" strike="noStrike" u="none">
              <a:solidFill>
                <a:srgbClr val="000000"/>
              </a:solidFill>
              <a:effectLst/>
              <a:uFillTx/>
              <a:latin typeface="Times New Roman"/>
            </a:endParaRPr>
          </a:p>
        </p:txBody>
      </p:sp>
      <p:sp>
        <p:nvSpPr>
          <p:cNvPr id="107" name="PlaceHolder 3"/>
          <p:cNvSpPr>
            <a:spLocks noGrp="1"/>
          </p:cNvSpPr>
          <p:nvPr>
            <p:ph type="sldNum" idx="53"/>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1" lang="en-US" sz="1600" strike="noStrike" u="none">
                <a:solidFill>
                  <a:schemeClr val="dk1">
                    <a:tint val="75000"/>
                  </a:schemeClr>
                </a:solidFill>
                <a:effectLst/>
                <a:uFillTx/>
                <a:latin typeface="Calibri"/>
              </a:defRPr>
            </a:lvl1pPr>
          </a:lstStyle>
          <a:p>
            <a:pPr indent="0" algn="r">
              <a:lnSpc>
                <a:spcPct val="100000"/>
              </a:lnSpc>
              <a:buNone/>
              <a:tabLst>
                <a:tab algn="l" pos="0"/>
              </a:tabLst>
            </a:pPr>
            <a:fld id="{ECC24111-10EC-4A7A-B1EA-0E1E76F7B307}" type="slidenum">
              <a:rPr b="1" lang="en-US" sz="1600" strike="noStrike" u="none">
                <a:solidFill>
                  <a:schemeClr val="dk1">
                    <a:tint val="75000"/>
                  </a:schemeClr>
                </a:solidFill>
                <a:effectLst/>
                <a:uFillTx/>
                <a:latin typeface="Calibri"/>
              </a:rPr>
              <a:t>&lt;number&gt;</a:t>
            </a:fld>
            <a:endParaRPr b="0" lang="en-US" sz="16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120600"/>
            <a:ext cx="8228520" cy="714960"/>
          </a:xfrm>
          <a:prstGeom prst="rect">
            <a:avLst/>
          </a:prstGeom>
          <a:noFill/>
          <a:ln w="0">
            <a:noFill/>
          </a:ln>
        </p:spPr>
        <p:txBody>
          <a:bodyPr numCol="1" spcCol="0" lIns="91440" rIns="91440" tIns="45720" bIns="45720" anchor="ctr">
            <a:normAutofit/>
          </a:bodyPr>
          <a:p>
            <a:pPr indent="0" algn="ctr">
              <a:lnSpc>
                <a:spcPct val="100000"/>
              </a:lnSpc>
              <a:buNone/>
              <a:tabLst>
                <a:tab algn="l" pos="0"/>
              </a:tabLst>
            </a:pPr>
            <a:r>
              <a:rPr b="0" lang="en-US" sz="3200" strike="noStrike" u="none">
                <a:solidFill>
                  <a:srgbClr val="0070c0"/>
                </a:solidFill>
                <a:effectLst/>
                <a:uFillTx/>
                <a:latin typeface="Calibri"/>
              </a:rPr>
              <a:t>YouTube URLs, Last Page</a:t>
            </a:r>
            <a:endParaRPr b="0" lang="en-US" sz="3200" strike="noStrike" u="none">
              <a:solidFill>
                <a:srgbClr val="000000"/>
              </a:solidFill>
              <a:effectLst/>
              <a:uFillTx/>
              <a:latin typeface="Arial"/>
            </a:endParaRPr>
          </a:p>
        </p:txBody>
      </p:sp>
      <p:sp>
        <p:nvSpPr>
          <p:cNvPr id="109" name="PlaceHolder 2"/>
          <p:cNvSpPr>
            <a:spLocks noGrp="1"/>
          </p:cNvSpPr>
          <p:nvPr>
            <p:ph/>
          </p:nvPr>
        </p:nvSpPr>
        <p:spPr>
          <a:xfrm>
            <a:off x="457200" y="914400"/>
            <a:ext cx="8228520" cy="5333040"/>
          </a:xfrm>
          <a:prstGeom prst="rect">
            <a:avLst/>
          </a:prstGeom>
          <a:noFill/>
          <a:ln w="0">
            <a:noFill/>
          </a:ln>
        </p:spPr>
        <p:txBody>
          <a:bodyPr numCol="1" spcCol="0" lIns="91440" rIns="91440" tIns="45720" bIns="45720" anchor="t">
            <a:noAutofit/>
          </a:bodyPr>
          <a:p>
            <a:pPr marL="343080" indent="-343080">
              <a:lnSpc>
                <a:spcPct val="100000"/>
              </a:lnSpc>
              <a:spcBef>
                <a:spcPts val="360"/>
              </a:spcBef>
              <a:buClr>
                <a:srgbClr val="0070c0"/>
              </a:buClr>
              <a:buFont typeface="Wingdings" charset="2"/>
              <a:buChar char=""/>
            </a:pPr>
            <a:r>
              <a:rPr b="0" lang="en-US" sz="1800" strike="noStrike" u="none">
                <a:solidFill>
                  <a:schemeClr val="dk1"/>
                </a:solidFill>
                <a:effectLst/>
                <a:uFillTx/>
                <a:latin typeface="Calibri"/>
              </a:rPr>
              <a:t>2 minute (short):   </a:t>
            </a:r>
            <a:endParaRPr b="0" lang="en-US" sz="1800" strike="noStrike" u="none">
              <a:solidFill>
                <a:srgbClr val="000000"/>
              </a:solidFill>
              <a:effectLst/>
              <a:uFillTx/>
              <a:latin typeface="Arial"/>
            </a:endParaRPr>
          </a:p>
          <a:p>
            <a:pPr marL="343080" indent="0">
              <a:lnSpc>
                <a:spcPct val="100000"/>
              </a:lnSpc>
              <a:spcBef>
                <a:spcPts val="360"/>
              </a:spcBef>
              <a:buNone/>
              <a:tabLst>
                <a:tab algn="l" pos="0"/>
              </a:tabLst>
            </a:pPr>
            <a:r>
              <a:rPr b="0" lang="en-US" sz="1600" strike="noStrike" u="sng">
                <a:solidFill>
                  <a:srgbClr val="0000ff"/>
                </a:solidFill>
                <a:effectLst/>
                <a:uFillTx/>
                <a:latin typeface="Calibri"/>
                <a:hlinkClick r:id="rId1"/>
              </a:rPr>
              <a:t>https://youtu.be/HinayJJ687k</a:t>
            </a:r>
            <a:endParaRPr b="0" lang="en-US" sz="1600" strike="noStrike" u="none">
              <a:solidFill>
                <a:srgbClr val="000000"/>
              </a:solidFill>
              <a:effectLst/>
              <a:uFillTx/>
              <a:latin typeface="Arial"/>
            </a:endParaRPr>
          </a:p>
          <a:p>
            <a:pPr marL="343080" indent="0">
              <a:lnSpc>
                <a:spcPct val="100000"/>
              </a:lnSpc>
              <a:spcBef>
                <a:spcPts val="360"/>
              </a:spcBef>
              <a:buNone/>
              <a:tabLst>
                <a:tab algn="l" pos="0"/>
              </a:tabLst>
            </a:pPr>
            <a:endParaRPr b="0" lang="en-US" sz="1800" strike="noStrike" u="none">
              <a:solidFill>
                <a:srgbClr val="000000"/>
              </a:solidFill>
              <a:effectLst/>
              <a:uFillTx/>
              <a:latin typeface="Arial"/>
            </a:endParaRPr>
          </a:p>
          <a:p>
            <a:pPr marL="343080" indent="-343080">
              <a:lnSpc>
                <a:spcPct val="100000"/>
              </a:lnSpc>
              <a:spcBef>
                <a:spcPts val="360"/>
              </a:spcBef>
              <a:buClr>
                <a:srgbClr val="0070c0"/>
              </a:buClr>
              <a:buFont typeface="Wingdings" charset="2"/>
              <a:buChar char=""/>
              <a:tabLst>
                <a:tab algn="l" pos="0"/>
              </a:tabLst>
            </a:pPr>
            <a:r>
              <a:rPr b="0" lang="en-US" sz="1800" strike="noStrike" u="none">
                <a:solidFill>
                  <a:schemeClr val="dk1"/>
                </a:solidFill>
                <a:effectLst/>
                <a:uFillTx/>
                <a:latin typeface="Calibri"/>
              </a:rPr>
              <a:t>15 minutes (long):  </a:t>
            </a:r>
            <a:endParaRPr b="0" lang="en-US" sz="1800" strike="noStrike" u="none">
              <a:solidFill>
                <a:srgbClr val="000000"/>
              </a:solidFill>
              <a:effectLst/>
              <a:uFillTx/>
              <a:latin typeface="Arial"/>
            </a:endParaRPr>
          </a:p>
          <a:p>
            <a:pPr marL="343080" indent="0">
              <a:lnSpc>
                <a:spcPct val="100000"/>
              </a:lnSpc>
              <a:spcBef>
                <a:spcPts val="360"/>
              </a:spcBef>
              <a:buNone/>
              <a:tabLst>
                <a:tab algn="l" pos="0"/>
              </a:tabLst>
            </a:pPr>
            <a:r>
              <a:rPr b="0" lang="en-US" sz="1600" strike="noStrike" u="sng">
                <a:solidFill>
                  <a:srgbClr val="0000ff"/>
                </a:solidFill>
                <a:effectLst/>
                <a:uFillTx/>
                <a:latin typeface="Calibri"/>
                <a:hlinkClick r:id="rId2"/>
              </a:rPr>
              <a:t>https://youtu.be/V0mAQjiUK6Q</a:t>
            </a:r>
            <a:endParaRPr b="0" lang="en-US" sz="1600" strike="noStrike" u="none">
              <a:solidFill>
                <a:srgbClr val="000000"/>
              </a:solidFill>
              <a:effectLst/>
              <a:uFillTx/>
              <a:latin typeface="Arial"/>
            </a:endParaRPr>
          </a:p>
          <a:p>
            <a:pPr marL="343080" indent="0">
              <a:lnSpc>
                <a:spcPct val="100000"/>
              </a:lnSpc>
              <a:spcBef>
                <a:spcPts val="360"/>
              </a:spcBef>
              <a:buNone/>
              <a:tabLst>
                <a:tab algn="l" pos="0"/>
              </a:tabLst>
            </a:pPr>
            <a:endParaRPr b="0" lang="en-US" sz="1800" strike="noStrike" u="none">
              <a:solidFill>
                <a:srgbClr val="000000"/>
              </a:solidFill>
              <a:effectLst/>
              <a:uFillTx/>
              <a:latin typeface="Arial"/>
            </a:endParaRPr>
          </a:p>
          <a:p>
            <a:pPr marL="343080" indent="-343080">
              <a:lnSpc>
                <a:spcPct val="100000"/>
              </a:lnSpc>
              <a:spcBef>
                <a:spcPts val="360"/>
              </a:spcBef>
              <a:buClr>
                <a:srgbClr val="0070c0"/>
              </a:buClr>
              <a:buFont typeface="Wingdings" charset="2"/>
              <a:buChar char=""/>
              <a:tabLst>
                <a:tab algn="l" pos="0"/>
              </a:tabLst>
            </a:pPr>
            <a:r>
              <a:rPr b="0" lang="en-US" sz="1800" strike="noStrike" u="none">
                <a:solidFill>
                  <a:schemeClr val="dk1"/>
                </a:solidFill>
                <a:effectLst/>
                <a:uFillTx/>
                <a:latin typeface="Calibri"/>
              </a:rPr>
              <a:t>YouTube Project Playlist:   </a:t>
            </a:r>
            <a:endParaRPr b="0" lang="en-US" sz="1800" strike="noStrike" u="none">
              <a:solidFill>
                <a:srgbClr val="000000"/>
              </a:solidFill>
              <a:effectLst/>
              <a:uFillTx/>
              <a:latin typeface="Arial"/>
            </a:endParaRPr>
          </a:p>
          <a:p>
            <a:pPr marL="343080" indent="0">
              <a:lnSpc>
                <a:spcPct val="100000"/>
              </a:lnSpc>
              <a:spcBef>
                <a:spcPts val="360"/>
              </a:spcBef>
              <a:buNone/>
              <a:tabLst>
                <a:tab algn="l" pos="0"/>
              </a:tabLst>
            </a:pPr>
            <a:r>
              <a:rPr b="0" lang="en-US" sz="1600" strike="noStrike" u="sng">
                <a:solidFill>
                  <a:srgbClr val="0000ff"/>
                </a:solidFill>
                <a:effectLst/>
                <a:uFillTx/>
                <a:latin typeface="Calibri"/>
                <a:hlinkClick r:id="rId3"/>
              </a:rPr>
              <a:t>https://www.youtube.com/playlist?list=PLRBkbp6t5gM12JGRlbGomEETO2RknoRbP</a:t>
            </a:r>
            <a:endParaRPr b="0" lang="en-US" sz="1600" strike="noStrike" u="none">
              <a:solidFill>
                <a:srgbClr val="000000"/>
              </a:solidFill>
              <a:effectLst/>
              <a:uFillTx/>
              <a:latin typeface="Arial"/>
            </a:endParaRPr>
          </a:p>
          <a:p>
            <a:pPr marL="343080" indent="0">
              <a:lnSpc>
                <a:spcPct val="100000"/>
              </a:lnSpc>
              <a:spcBef>
                <a:spcPts val="360"/>
              </a:spcBef>
              <a:buNone/>
              <a:tabLst>
                <a:tab algn="l" pos="0"/>
              </a:tabLst>
            </a:pPr>
            <a:endParaRPr b="0" lang="en-US" sz="1800" strike="noStrike" u="none">
              <a:solidFill>
                <a:srgbClr val="000000"/>
              </a:solidFill>
              <a:effectLst/>
              <a:uFillTx/>
              <a:latin typeface="Arial"/>
            </a:endParaRPr>
          </a:p>
          <a:p>
            <a:pPr marL="343080" indent="-343080">
              <a:lnSpc>
                <a:spcPct val="100000"/>
              </a:lnSpc>
              <a:spcBef>
                <a:spcPts val="360"/>
              </a:spcBef>
              <a:buClr>
                <a:srgbClr val="0070c0"/>
              </a:buClr>
              <a:buFont typeface="Wingdings" charset="2"/>
              <a:buChar char=""/>
              <a:tabLst>
                <a:tab algn="l" pos="0"/>
              </a:tabLst>
            </a:pPr>
            <a:r>
              <a:rPr b="0" lang="en-US" sz="1800" strike="noStrike" u="none">
                <a:solidFill>
                  <a:schemeClr val="dk1"/>
                </a:solidFill>
                <a:effectLst/>
                <a:uFillTx/>
                <a:latin typeface="Calibri"/>
              </a:rPr>
              <a:t>GitHub Repo:  </a:t>
            </a:r>
            <a:endParaRPr b="0" lang="en-US" sz="1800" strike="noStrike" u="none">
              <a:solidFill>
                <a:srgbClr val="000000"/>
              </a:solidFill>
              <a:effectLst/>
              <a:uFillTx/>
              <a:latin typeface="Arial"/>
            </a:endParaRPr>
          </a:p>
          <a:p>
            <a:pPr marL="343080" indent="0">
              <a:lnSpc>
                <a:spcPct val="100000"/>
              </a:lnSpc>
              <a:spcBef>
                <a:spcPts val="360"/>
              </a:spcBef>
              <a:buNone/>
              <a:tabLst>
                <a:tab algn="l" pos="0"/>
              </a:tabLst>
            </a:pPr>
            <a:r>
              <a:rPr b="0" lang="en-US" sz="1600" strike="noStrike" u="sng">
                <a:solidFill>
                  <a:srgbClr val="0000ff"/>
                </a:solidFill>
                <a:effectLst/>
                <a:uFillTx/>
                <a:latin typeface="Calibri"/>
                <a:hlinkClick r:id="rId4"/>
              </a:rPr>
              <a:t>https://github.com/RobertFrenette/CSCI_E-89_Deep_Learning_Fall_25</a:t>
            </a:r>
            <a:endParaRPr b="0" lang="en-US" sz="1600" strike="noStrike" u="none">
              <a:solidFill>
                <a:srgbClr val="000000"/>
              </a:solidFill>
              <a:effectLst/>
              <a:uFillTx/>
              <a:latin typeface="Arial"/>
            </a:endParaRPr>
          </a:p>
          <a:p>
            <a:pPr marL="343080" indent="0">
              <a:lnSpc>
                <a:spcPct val="100000"/>
              </a:lnSpc>
              <a:spcBef>
                <a:spcPts val="360"/>
              </a:spcBef>
              <a:buNone/>
              <a:tabLst>
                <a:tab algn="l" pos="0"/>
              </a:tabLst>
            </a:pPr>
            <a:endParaRPr b="0" lang="en-US" sz="1800" strike="noStrike" u="none">
              <a:solidFill>
                <a:srgbClr val="000000"/>
              </a:solidFill>
              <a:effectLst/>
              <a:uFillTx/>
              <a:latin typeface="Arial"/>
            </a:endParaRPr>
          </a:p>
        </p:txBody>
      </p:sp>
      <p:sp>
        <p:nvSpPr>
          <p:cNvPr id="110" name="PlaceHolder 3"/>
          <p:cNvSpPr>
            <a:spLocks noGrp="1"/>
          </p:cNvSpPr>
          <p:nvPr>
            <p:ph type="ftr" idx="54"/>
          </p:nvPr>
        </p:nvSpPr>
        <p:spPr>
          <a:xfrm>
            <a:off x="3124080" y="6356520"/>
            <a:ext cx="2894400" cy="363960"/>
          </a:xfrm>
          <a:prstGeom prst="rect">
            <a:avLst/>
          </a:prstGeom>
          <a:noFill/>
          <a:ln w="0">
            <a:noFill/>
          </a:ln>
        </p:spPr>
        <p:txBody>
          <a:bodyPr numCol="1" spcCol="0" lIns="91440" rIns="91440" tIns="45720" bIns="45720" anchor="ctr">
            <a:noAutofit/>
          </a:bodyPr>
          <a:lstStyle>
            <a:lvl1pPr indent="0" algn="ctr">
              <a:lnSpc>
                <a:spcPct val="100000"/>
              </a:lnSpc>
              <a:buNone/>
              <a:tabLst>
                <a:tab algn="l" pos="0"/>
              </a:tabLst>
              <a:defRPr b="0" lang="en-US" sz="1200" strike="noStrike" u="none">
                <a:solidFill>
                  <a:srgbClr val="898989"/>
                </a:solidFill>
                <a:effectLst/>
                <a:uFillTx/>
                <a:latin typeface="Calibri"/>
              </a:defRPr>
            </a:lvl1pPr>
          </a:lstStyle>
          <a:p>
            <a:pPr indent="0" algn="ctr">
              <a:lnSpc>
                <a:spcPct val="100000"/>
              </a:lnSpc>
              <a:buNone/>
              <a:tabLst>
                <a:tab algn="l" pos="0"/>
              </a:tabLst>
            </a:pPr>
            <a:r>
              <a:rPr b="0" lang="en-US" sz="1200" strike="noStrike" u="none">
                <a:solidFill>
                  <a:srgbClr val="898989"/>
                </a:solidFill>
                <a:effectLst/>
                <a:uFillTx/>
                <a:latin typeface="Calibri"/>
              </a:rPr>
              <a:t>@RobertFrenette</a:t>
            </a:r>
            <a:endParaRPr b="0" lang="en-US" sz="1200" strike="noStrike" u="none">
              <a:solidFill>
                <a:srgbClr val="000000"/>
              </a:solidFill>
              <a:effectLst/>
              <a:uFillTx/>
              <a:latin typeface="Times New Roman"/>
            </a:endParaRPr>
          </a:p>
        </p:txBody>
      </p:sp>
      <p:sp>
        <p:nvSpPr>
          <p:cNvPr id="111" name="PlaceHolder 4"/>
          <p:cNvSpPr>
            <a:spLocks noGrp="1"/>
          </p:cNvSpPr>
          <p:nvPr>
            <p:ph type="sldNum" idx="55"/>
          </p:nvPr>
        </p:nvSpPr>
        <p:spPr>
          <a:xfrm>
            <a:off x="6553080" y="6356520"/>
            <a:ext cx="2132640" cy="363960"/>
          </a:xfrm>
          <a:prstGeom prst="rect">
            <a:avLst/>
          </a:prstGeom>
          <a:noFill/>
          <a:ln w="0">
            <a:noFill/>
          </a:ln>
        </p:spPr>
        <p:txBody>
          <a:bodyPr lIns="91440" rIns="91440" tIns="45720" bIns="45720" anchor="ctr">
            <a:noAutofit/>
          </a:bodyPr>
          <a:lstStyle>
            <a:lvl1pPr indent="0" algn="r">
              <a:lnSpc>
                <a:spcPct val="100000"/>
              </a:lnSpc>
              <a:buNone/>
              <a:tabLst>
                <a:tab algn="l" pos="0"/>
              </a:tabLst>
              <a:defRPr b="1" lang="en-US" sz="1600" strike="noStrike" u="none">
                <a:solidFill>
                  <a:schemeClr val="dk1">
                    <a:tint val="75000"/>
                  </a:schemeClr>
                </a:solidFill>
                <a:effectLst/>
                <a:uFillTx/>
                <a:latin typeface="Calibri"/>
              </a:defRPr>
            </a:lvl1pPr>
          </a:lstStyle>
          <a:p>
            <a:pPr indent="0" algn="r">
              <a:lnSpc>
                <a:spcPct val="100000"/>
              </a:lnSpc>
              <a:buNone/>
              <a:tabLst>
                <a:tab algn="l" pos="0"/>
              </a:tabLst>
            </a:pPr>
            <a:fld id="{AEBB41D5-E133-4D1D-AA03-4A64219F07CD}" type="slidenum">
              <a:rPr b="1" lang="en-US" sz="1600" strike="noStrike" u="none">
                <a:solidFill>
                  <a:schemeClr val="dk1">
                    <a:tint val="75000"/>
                  </a:schemeClr>
                </a:solidFill>
                <a:effectLst/>
                <a:uFillTx/>
                <a:latin typeface="Calibri"/>
              </a:rPr>
              <a:t>&lt;number&gt;</a:t>
            </a:fld>
            <a:endParaRPr b="0" lang="en-US" sz="1600" strike="noStrike" u="non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9388</TotalTime>
  <Application>LibreOffice/25.8.1.1$MacOSX_AARCH64 LibreOffice_project/54047653041915e595ad4e45cccea684809c77b5</Application>
  <AppVersion>15.0000</AppVersion>
  <Words>69</Words>
  <Paragraphs>17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zdjordje</dc:creator>
  <dc:description/>
  <dc:language>en-US</dc:language>
  <cp:lastModifiedBy/>
  <cp:lastPrinted>2012-11-30T20:59:45Z</cp:lastPrinted>
  <dcterms:modified xsi:type="dcterms:W3CDTF">2025-12-01T10:03:23Z</dcterms:modified>
  <cp:revision>906</cp:revision>
  <dc:subject/>
  <dc:title>Slide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On-screen Show (4:3)</vt:lpwstr>
  </property>
  <property fmtid="{D5CDD505-2E9C-101B-9397-08002B2CF9AE}" pid="4" name="Slides">
    <vt:i4>3</vt:i4>
  </property>
</Properties>
</file>